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44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9959C4-B9DD-4EEC-992B-E96224F1F5F0}" type="doc">
      <dgm:prSet loTypeId="urn:microsoft.com/office/officeart/2005/8/layout/default" loCatId="list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A1EA121-5D62-4292-8C26-790F85376380}">
      <dgm:prSet/>
      <dgm:spPr/>
      <dgm:t>
        <a:bodyPr/>
        <a:lstStyle/>
        <a:p>
          <a:r>
            <a:rPr lang="en-GB"/>
            <a:t>Organizations receive data from multiple operational systems such as CRM and ERP.</a:t>
          </a:r>
          <a:endParaRPr lang="en-US"/>
        </a:p>
      </dgm:t>
    </dgm:pt>
    <dgm:pt modelId="{02D2E968-5B7B-4F27-B9FE-7E23F6F11F93}" type="parTrans" cxnId="{15CB1EF7-1FA6-4F31-BDB0-0EEBA3923386}">
      <dgm:prSet/>
      <dgm:spPr/>
      <dgm:t>
        <a:bodyPr/>
        <a:lstStyle/>
        <a:p>
          <a:endParaRPr lang="en-US"/>
        </a:p>
      </dgm:t>
    </dgm:pt>
    <dgm:pt modelId="{388CD4DE-CDA8-4485-B29C-E232F2B0CC17}" type="sibTrans" cxnId="{15CB1EF7-1FA6-4F31-BDB0-0EEBA3923386}">
      <dgm:prSet/>
      <dgm:spPr/>
      <dgm:t>
        <a:bodyPr/>
        <a:lstStyle/>
        <a:p>
          <a:endParaRPr lang="en-US"/>
        </a:p>
      </dgm:t>
    </dgm:pt>
    <dgm:pt modelId="{444F1E89-CA29-4745-A5EE-8CC39F2ACDBA}">
      <dgm:prSet/>
      <dgm:spPr/>
      <dgm:t>
        <a:bodyPr/>
        <a:lstStyle/>
        <a:p>
          <a:r>
            <a:rPr lang="en-GB"/>
            <a:t>Challenges faced:</a:t>
          </a:r>
          <a:endParaRPr lang="en-US"/>
        </a:p>
      </dgm:t>
    </dgm:pt>
    <dgm:pt modelId="{C150B492-3BCD-4B89-A80B-0BF8CB4B6181}" type="parTrans" cxnId="{D4B05682-1A56-4CE6-AF07-D8E8A99EF394}">
      <dgm:prSet/>
      <dgm:spPr/>
      <dgm:t>
        <a:bodyPr/>
        <a:lstStyle/>
        <a:p>
          <a:endParaRPr lang="en-US"/>
        </a:p>
      </dgm:t>
    </dgm:pt>
    <dgm:pt modelId="{65D8138B-1274-4E77-B46A-830A048309FA}" type="sibTrans" cxnId="{D4B05682-1A56-4CE6-AF07-D8E8A99EF394}">
      <dgm:prSet/>
      <dgm:spPr/>
      <dgm:t>
        <a:bodyPr/>
        <a:lstStyle/>
        <a:p>
          <a:endParaRPr lang="en-US"/>
        </a:p>
      </dgm:t>
    </dgm:pt>
    <dgm:pt modelId="{D49ADBBB-7D97-49C7-BC2D-172444D1257F}">
      <dgm:prSet/>
      <dgm:spPr/>
      <dgm:t>
        <a:bodyPr/>
        <a:lstStyle/>
        <a:p>
          <a:r>
            <a:rPr lang="en-GB" dirty="0"/>
            <a:t>• Data scattered across multiple CSV files</a:t>
          </a:r>
          <a:endParaRPr lang="en-US" dirty="0"/>
        </a:p>
      </dgm:t>
    </dgm:pt>
    <dgm:pt modelId="{3927E44C-A242-495B-AE2D-7AB3375EA687}" type="parTrans" cxnId="{ACAD86FE-384D-47F5-9111-D2BAD9D06E1C}">
      <dgm:prSet/>
      <dgm:spPr/>
      <dgm:t>
        <a:bodyPr/>
        <a:lstStyle/>
        <a:p>
          <a:endParaRPr lang="en-US"/>
        </a:p>
      </dgm:t>
    </dgm:pt>
    <dgm:pt modelId="{5E5E4813-C379-43E2-B670-DD4395982C3D}" type="sibTrans" cxnId="{ACAD86FE-384D-47F5-9111-D2BAD9D06E1C}">
      <dgm:prSet/>
      <dgm:spPr/>
      <dgm:t>
        <a:bodyPr/>
        <a:lstStyle/>
        <a:p>
          <a:endParaRPr lang="en-US"/>
        </a:p>
      </dgm:t>
    </dgm:pt>
    <dgm:pt modelId="{D2CCE22E-7519-481B-8D5B-26AC8A2238A3}">
      <dgm:prSet/>
      <dgm:spPr/>
      <dgm:t>
        <a:bodyPr/>
        <a:lstStyle/>
        <a:p>
          <a:r>
            <a:rPr lang="en-GB" dirty="0"/>
            <a:t>• Inconsistent formats and duplicate records</a:t>
          </a:r>
          <a:endParaRPr lang="en-US" dirty="0"/>
        </a:p>
      </dgm:t>
    </dgm:pt>
    <dgm:pt modelId="{D4FABA3B-5312-4E83-AA3A-E35AB94F1684}" type="parTrans" cxnId="{01EAE153-0D6C-4B01-8724-9AD26ABAA5ED}">
      <dgm:prSet/>
      <dgm:spPr/>
      <dgm:t>
        <a:bodyPr/>
        <a:lstStyle/>
        <a:p>
          <a:endParaRPr lang="en-US"/>
        </a:p>
      </dgm:t>
    </dgm:pt>
    <dgm:pt modelId="{785A59D6-A5B5-494A-AF65-5543847ACDE4}" type="sibTrans" cxnId="{01EAE153-0D6C-4B01-8724-9AD26ABAA5ED}">
      <dgm:prSet/>
      <dgm:spPr/>
      <dgm:t>
        <a:bodyPr/>
        <a:lstStyle/>
        <a:p>
          <a:endParaRPr lang="en-US"/>
        </a:p>
      </dgm:t>
    </dgm:pt>
    <dgm:pt modelId="{A7340BEB-6D54-44E9-B7FA-4459A4E26176}">
      <dgm:prSet/>
      <dgm:spPr/>
      <dgm:t>
        <a:bodyPr/>
        <a:lstStyle/>
        <a:p>
          <a:r>
            <a:rPr lang="en-GB"/>
            <a:t>• Poor data quality impacting business decisions</a:t>
          </a:r>
          <a:endParaRPr lang="en-US"/>
        </a:p>
      </dgm:t>
    </dgm:pt>
    <dgm:pt modelId="{4F8E3F1E-69FD-40DE-826F-B9DC9651E39A}" type="parTrans" cxnId="{26CEF075-1C9A-43D3-A201-96D84DB9E921}">
      <dgm:prSet/>
      <dgm:spPr/>
      <dgm:t>
        <a:bodyPr/>
        <a:lstStyle/>
        <a:p>
          <a:endParaRPr lang="en-US"/>
        </a:p>
      </dgm:t>
    </dgm:pt>
    <dgm:pt modelId="{FA83C084-DBEF-4CA7-B77A-ACC4E272A991}" type="sibTrans" cxnId="{26CEF075-1C9A-43D3-A201-96D84DB9E921}">
      <dgm:prSet/>
      <dgm:spPr/>
      <dgm:t>
        <a:bodyPr/>
        <a:lstStyle/>
        <a:p>
          <a:endParaRPr lang="en-US"/>
        </a:p>
      </dgm:t>
    </dgm:pt>
    <dgm:pt modelId="{6D16D08D-86D5-46B0-AC7A-E95FF136360A}">
      <dgm:prSet/>
      <dgm:spPr/>
      <dgm:t>
        <a:bodyPr/>
        <a:lstStyle/>
        <a:p>
          <a:r>
            <a:rPr lang="en-GB"/>
            <a:t>• No centralized analytics-ready data store</a:t>
          </a:r>
          <a:endParaRPr lang="en-US"/>
        </a:p>
      </dgm:t>
    </dgm:pt>
    <dgm:pt modelId="{2E5CD649-71CC-4327-9E43-9E2916F6A3E1}" type="parTrans" cxnId="{BA47F364-0D7C-4DA8-8F35-08AC3ABB1399}">
      <dgm:prSet/>
      <dgm:spPr/>
      <dgm:t>
        <a:bodyPr/>
        <a:lstStyle/>
        <a:p>
          <a:endParaRPr lang="en-US"/>
        </a:p>
      </dgm:t>
    </dgm:pt>
    <dgm:pt modelId="{04F08212-6DBB-41FD-86AF-AD1B047FCE21}" type="sibTrans" cxnId="{BA47F364-0D7C-4DA8-8F35-08AC3ABB1399}">
      <dgm:prSet/>
      <dgm:spPr/>
      <dgm:t>
        <a:bodyPr/>
        <a:lstStyle/>
        <a:p>
          <a:endParaRPr lang="en-US"/>
        </a:p>
      </dgm:t>
    </dgm:pt>
    <dgm:pt modelId="{61BFF176-9A8F-4B74-8BB7-3732C627D5CD}">
      <dgm:prSet/>
      <dgm:spPr/>
      <dgm:t>
        <a:bodyPr/>
        <a:lstStyle/>
        <a:p>
          <a:r>
            <a:rPr lang="en-GB"/>
            <a:t>Business teams need a reliable, scalable, and structured data warehouse to perform accurate reporting and analysis.</a:t>
          </a:r>
          <a:endParaRPr lang="en-US"/>
        </a:p>
      </dgm:t>
    </dgm:pt>
    <dgm:pt modelId="{3CDC36F4-9465-48D1-977A-AA5AACBCAEA7}" type="parTrans" cxnId="{EFFB22B0-A053-41B6-BE11-01F12167270C}">
      <dgm:prSet/>
      <dgm:spPr/>
      <dgm:t>
        <a:bodyPr/>
        <a:lstStyle/>
        <a:p>
          <a:endParaRPr lang="en-US"/>
        </a:p>
      </dgm:t>
    </dgm:pt>
    <dgm:pt modelId="{6BF5B4C8-5876-4FF1-9433-97A8C05CFD4F}" type="sibTrans" cxnId="{EFFB22B0-A053-41B6-BE11-01F12167270C}">
      <dgm:prSet/>
      <dgm:spPr/>
      <dgm:t>
        <a:bodyPr/>
        <a:lstStyle/>
        <a:p>
          <a:endParaRPr lang="en-US"/>
        </a:p>
      </dgm:t>
    </dgm:pt>
    <dgm:pt modelId="{44612C93-3B1A-41DC-8AE7-D6F91FE01B3F}" type="pres">
      <dgm:prSet presAssocID="{C19959C4-B9DD-4EEC-992B-E96224F1F5F0}" presName="diagram" presStyleCnt="0">
        <dgm:presLayoutVars>
          <dgm:dir/>
          <dgm:resizeHandles val="exact"/>
        </dgm:presLayoutVars>
      </dgm:prSet>
      <dgm:spPr/>
    </dgm:pt>
    <dgm:pt modelId="{47461B4E-D822-4DDA-9ABA-4DBF2F458337}" type="pres">
      <dgm:prSet presAssocID="{0A1EA121-5D62-4292-8C26-790F85376380}" presName="node" presStyleLbl="node1" presStyleIdx="0" presStyleCnt="7">
        <dgm:presLayoutVars>
          <dgm:bulletEnabled val="1"/>
        </dgm:presLayoutVars>
      </dgm:prSet>
      <dgm:spPr/>
    </dgm:pt>
    <dgm:pt modelId="{BC763F79-FE96-49C5-B02A-C8CDE476F02E}" type="pres">
      <dgm:prSet presAssocID="{388CD4DE-CDA8-4485-B29C-E232F2B0CC17}" presName="sibTrans" presStyleCnt="0"/>
      <dgm:spPr/>
    </dgm:pt>
    <dgm:pt modelId="{D6BEB5A0-4938-4942-9AB9-A1821BE77D6A}" type="pres">
      <dgm:prSet presAssocID="{444F1E89-CA29-4745-A5EE-8CC39F2ACDBA}" presName="node" presStyleLbl="node1" presStyleIdx="1" presStyleCnt="7">
        <dgm:presLayoutVars>
          <dgm:bulletEnabled val="1"/>
        </dgm:presLayoutVars>
      </dgm:prSet>
      <dgm:spPr/>
    </dgm:pt>
    <dgm:pt modelId="{41E1B2C9-6421-46DA-BDB1-0C6EBD38F5B0}" type="pres">
      <dgm:prSet presAssocID="{65D8138B-1274-4E77-B46A-830A048309FA}" presName="sibTrans" presStyleCnt="0"/>
      <dgm:spPr/>
    </dgm:pt>
    <dgm:pt modelId="{2074B23F-8B4D-4920-9BF2-85BFE2124FFB}" type="pres">
      <dgm:prSet presAssocID="{D49ADBBB-7D97-49C7-BC2D-172444D1257F}" presName="node" presStyleLbl="node1" presStyleIdx="2" presStyleCnt="7">
        <dgm:presLayoutVars>
          <dgm:bulletEnabled val="1"/>
        </dgm:presLayoutVars>
      </dgm:prSet>
      <dgm:spPr/>
    </dgm:pt>
    <dgm:pt modelId="{C6046111-1636-4C4F-A510-75F5B9F54C5D}" type="pres">
      <dgm:prSet presAssocID="{5E5E4813-C379-43E2-B670-DD4395982C3D}" presName="sibTrans" presStyleCnt="0"/>
      <dgm:spPr/>
    </dgm:pt>
    <dgm:pt modelId="{E1BB9D1B-BC04-4156-A1F5-C2CC7E56AB17}" type="pres">
      <dgm:prSet presAssocID="{D2CCE22E-7519-481B-8D5B-26AC8A2238A3}" presName="node" presStyleLbl="node1" presStyleIdx="3" presStyleCnt="7">
        <dgm:presLayoutVars>
          <dgm:bulletEnabled val="1"/>
        </dgm:presLayoutVars>
      </dgm:prSet>
      <dgm:spPr/>
    </dgm:pt>
    <dgm:pt modelId="{EBB9C2D2-7ADF-4FA8-B655-302B22CE5CAC}" type="pres">
      <dgm:prSet presAssocID="{785A59D6-A5B5-494A-AF65-5543847ACDE4}" presName="sibTrans" presStyleCnt="0"/>
      <dgm:spPr/>
    </dgm:pt>
    <dgm:pt modelId="{47847AF3-0537-4F3E-AA6C-ACE8867DD4DB}" type="pres">
      <dgm:prSet presAssocID="{A7340BEB-6D54-44E9-B7FA-4459A4E26176}" presName="node" presStyleLbl="node1" presStyleIdx="4" presStyleCnt="7">
        <dgm:presLayoutVars>
          <dgm:bulletEnabled val="1"/>
        </dgm:presLayoutVars>
      </dgm:prSet>
      <dgm:spPr/>
    </dgm:pt>
    <dgm:pt modelId="{D0573DB6-DA3C-4998-948B-4EC624F76934}" type="pres">
      <dgm:prSet presAssocID="{FA83C084-DBEF-4CA7-B77A-ACC4E272A991}" presName="sibTrans" presStyleCnt="0"/>
      <dgm:spPr/>
    </dgm:pt>
    <dgm:pt modelId="{8AC0923A-3C00-4429-BD0C-B5FCAFF8C022}" type="pres">
      <dgm:prSet presAssocID="{6D16D08D-86D5-46B0-AC7A-E95FF136360A}" presName="node" presStyleLbl="node1" presStyleIdx="5" presStyleCnt="7">
        <dgm:presLayoutVars>
          <dgm:bulletEnabled val="1"/>
        </dgm:presLayoutVars>
      </dgm:prSet>
      <dgm:spPr/>
    </dgm:pt>
    <dgm:pt modelId="{7B1A9F65-954A-4007-9CAC-AA0B12D88F39}" type="pres">
      <dgm:prSet presAssocID="{04F08212-6DBB-41FD-86AF-AD1B047FCE21}" presName="sibTrans" presStyleCnt="0"/>
      <dgm:spPr/>
    </dgm:pt>
    <dgm:pt modelId="{A95F606B-A9FA-49E4-8A82-9E4D7F671B47}" type="pres">
      <dgm:prSet presAssocID="{61BFF176-9A8F-4B74-8BB7-3732C627D5CD}" presName="node" presStyleLbl="node1" presStyleIdx="6" presStyleCnt="7">
        <dgm:presLayoutVars>
          <dgm:bulletEnabled val="1"/>
        </dgm:presLayoutVars>
      </dgm:prSet>
      <dgm:spPr/>
    </dgm:pt>
  </dgm:ptLst>
  <dgm:cxnLst>
    <dgm:cxn modelId="{FC81E30B-9DA6-4B10-A2F8-47C128FA7D47}" type="presOf" srcId="{D49ADBBB-7D97-49C7-BC2D-172444D1257F}" destId="{2074B23F-8B4D-4920-9BF2-85BFE2124FFB}" srcOrd="0" destOrd="0" presId="urn:microsoft.com/office/officeart/2005/8/layout/default"/>
    <dgm:cxn modelId="{1C5C4C27-9DE5-4869-B377-9FB4E6F1AF33}" type="presOf" srcId="{6D16D08D-86D5-46B0-AC7A-E95FF136360A}" destId="{8AC0923A-3C00-4429-BD0C-B5FCAFF8C022}" srcOrd="0" destOrd="0" presId="urn:microsoft.com/office/officeart/2005/8/layout/default"/>
    <dgm:cxn modelId="{BA47F364-0D7C-4DA8-8F35-08AC3ABB1399}" srcId="{C19959C4-B9DD-4EEC-992B-E96224F1F5F0}" destId="{6D16D08D-86D5-46B0-AC7A-E95FF136360A}" srcOrd="5" destOrd="0" parTransId="{2E5CD649-71CC-4327-9E43-9E2916F6A3E1}" sibTransId="{04F08212-6DBB-41FD-86AF-AD1B047FCE21}"/>
    <dgm:cxn modelId="{CF482746-FCDD-4EEF-BE6C-04E3C23CA031}" type="presOf" srcId="{D2CCE22E-7519-481B-8D5B-26AC8A2238A3}" destId="{E1BB9D1B-BC04-4156-A1F5-C2CC7E56AB17}" srcOrd="0" destOrd="0" presId="urn:microsoft.com/office/officeart/2005/8/layout/default"/>
    <dgm:cxn modelId="{01EAE153-0D6C-4B01-8724-9AD26ABAA5ED}" srcId="{C19959C4-B9DD-4EEC-992B-E96224F1F5F0}" destId="{D2CCE22E-7519-481B-8D5B-26AC8A2238A3}" srcOrd="3" destOrd="0" parTransId="{D4FABA3B-5312-4E83-AA3A-E35AB94F1684}" sibTransId="{785A59D6-A5B5-494A-AF65-5543847ACDE4}"/>
    <dgm:cxn modelId="{26CEF075-1C9A-43D3-A201-96D84DB9E921}" srcId="{C19959C4-B9DD-4EEC-992B-E96224F1F5F0}" destId="{A7340BEB-6D54-44E9-B7FA-4459A4E26176}" srcOrd="4" destOrd="0" parTransId="{4F8E3F1E-69FD-40DE-826F-B9DC9651E39A}" sibTransId="{FA83C084-DBEF-4CA7-B77A-ACC4E272A991}"/>
    <dgm:cxn modelId="{D4B05682-1A56-4CE6-AF07-D8E8A99EF394}" srcId="{C19959C4-B9DD-4EEC-992B-E96224F1F5F0}" destId="{444F1E89-CA29-4745-A5EE-8CC39F2ACDBA}" srcOrd="1" destOrd="0" parTransId="{C150B492-3BCD-4B89-A80B-0BF8CB4B6181}" sibTransId="{65D8138B-1274-4E77-B46A-830A048309FA}"/>
    <dgm:cxn modelId="{14300C8A-EB76-417D-B628-4990B6ACD3C5}" type="presOf" srcId="{61BFF176-9A8F-4B74-8BB7-3732C627D5CD}" destId="{A95F606B-A9FA-49E4-8A82-9E4D7F671B47}" srcOrd="0" destOrd="0" presId="urn:microsoft.com/office/officeart/2005/8/layout/default"/>
    <dgm:cxn modelId="{6DCDD2A6-9D01-456D-9D40-1D65307BA65D}" type="presOf" srcId="{0A1EA121-5D62-4292-8C26-790F85376380}" destId="{47461B4E-D822-4DDA-9ABA-4DBF2F458337}" srcOrd="0" destOrd="0" presId="urn:microsoft.com/office/officeart/2005/8/layout/default"/>
    <dgm:cxn modelId="{EFFB22B0-A053-41B6-BE11-01F12167270C}" srcId="{C19959C4-B9DD-4EEC-992B-E96224F1F5F0}" destId="{61BFF176-9A8F-4B74-8BB7-3732C627D5CD}" srcOrd="6" destOrd="0" parTransId="{3CDC36F4-9465-48D1-977A-AA5AACBCAEA7}" sibTransId="{6BF5B4C8-5876-4FF1-9433-97A8C05CFD4F}"/>
    <dgm:cxn modelId="{7EFBC0D0-AE29-4F03-9303-1DED927ACB77}" type="presOf" srcId="{A7340BEB-6D54-44E9-B7FA-4459A4E26176}" destId="{47847AF3-0537-4F3E-AA6C-ACE8867DD4DB}" srcOrd="0" destOrd="0" presId="urn:microsoft.com/office/officeart/2005/8/layout/default"/>
    <dgm:cxn modelId="{97935CEB-5421-45AD-9DDA-39DF6BF89517}" type="presOf" srcId="{444F1E89-CA29-4745-A5EE-8CC39F2ACDBA}" destId="{D6BEB5A0-4938-4942-9AB9-A1821BE77D6A}" srcOrd="0" destOrd="0" presId="urn:microsoft.com/office/officeart/2005/8/layout/default"/>
    <dgm:cxn modelId="{61FE73F0-8752-4B9A-A896-4E9572935F49}" type="presOf" srcId="{C19959C4-B9DD-4EEC-992B-E96224F1F5F0}" destId="{44612C93-3B1A-41DC-8AE7-D6F91FE01B3F}" srcOrd="0" destOrd="0" presId="urn:microsoft.com/office/officeart/2005/8/layout/default"/>
    <dgm:cxn modelId="{15CB1EF7-1FA6-4F31-BDB0-0EEBA3923386}" srcId="{C19959C4-B9DD-4EEC-992B-E96224F1F5F0}" destId="{0A1EA121-5D62-4292-8C26-790F85376380}" srcOrd="0" destOrd="0" parTransId="{02D2E968-5B7B-4F27-B9FE-7E23F6F11F93}" sibTransId="{388CD4DE-CDA8-4485-B29C-E232F2B0CC17}"/>
    <dgm:cxn modelId="{ACAD86FE-384D-47F5-9111-D2BAD9D06E1C}" srcId="{C19959C4-B9DD-4EEC-992B-E96224F1F5F0}" destId="{D49ADBBB-7D97-49C7-BC2D-172444D1257F}" srcOrd="2" destOrd="0" parTransId="{3927E44C-A242-495B-AE2D-7AB3375EA687}" sibTransId="{5E5E4813-C379-43E2-B670-DD4395982C3D}"/>
    <dgm:cxn modelId="{FCC49CA3-4986-446E-87D8-84BB0238C8EC}" type="presParOf" srcId="{44612C93-3B1A-41DC-8AE7-D6F91FE01B3F}" destId="{47461B4E-D822-4DDA-9ABA-4DBF2F458337}" srcOrd="0" destOrd="0" presId="urn:microsoft.com/office/officeart/2005/8/layout/default"/>
    <dgm:cxn modelId="{2CFA39DF-DA80-4EDF-B408-845325455993}" type="presParOf" srcId="{44612C93-3B1A-41DC-8AE7-D6F91FE01B3F}" destId="{BC763F79-FE96-49C5-B02A-C8CDE476F02E}" srcOrd="1" destOrd="0" presId="urn:microsoft.com/office/officeart/2005/8/layout/default"/>
    <dgm:cxn modelId="{BB3F5F2B-D956-4389-B943-53AB41D34A71}" type="presParOf" srcId="{44612C93-3B1A-41DC-8AE7-D6F91FE01B3F}" destId="{D6BEB5A0-4938-4942-9AB9-A1821BE77D6A}" srcOrd="2" destOrd="0" presId="urn:microsoft.com/office/officeart/2005/8/layout/default"/>
    <dgm:cxn modelId="{389FE7B6-8B5A-4210-9926-B3000F9744F1}" type="presParOf" srcId="{44612C93-3B1A-41DC-8AE7-D6F91FE01B3F}" destId="{41E1B2C9-6421-46DA-BDB1-0C6EBD38F5B0}" srcOrd="3" destOrd="0" presId="urn:microsoft.com/office/officeart/2005/8/layout/default"/>
    <dgm:cxn modelId="{51EBFA70-3FE4-4418-838C-A11B4F01DB4A}" type="presParOf" srcId="{44612C93-3B1A-41DC-8AE7-D6F91FE01B3F}" destId="{2074B23F-8B4D-4920-9BF2-85BFE2124FFB}" srcOrd="4" destOrd="0" presId="urn:microsoft.com/office/officeart/2005/8/layout/default"/>
    <dgm:cxn modelId="{93C09829-1FC1-4ADB-BD43-43343BFC9038}" type="presParOf" srcId="{44612C93-3B1A-41DC-8AE7-D6F91FE01B3F}" destId="{C6046111-1636-4C4F-A510-75F5B9F54C5D}" srcOrd="5" destOrd="0" presId="urn:microsoft.com/office/officeart/2005/8/layout/default"/>
    <dgm:cxn modelId="{FCFDB62D-65FA-4607-AF01-C1175FF3D8BD}" type="presParOf" srcId="{44612C93-3B1A-41DC-8AE7-D6F91FE01B3F}" destId="{E1BB9D1B-BC04-4156-A1F5-C2CC7E56AB17}" srcOrd="6" destOrd="0" presId="urn:microsoft.com/office/officeart/2005/8/layout/default"/>
    <dgm:cxn modelId="{4F62D250-19D6-48F5-BE56-DA70B0EC6452}" type="presParOf" srcId="{44612C93-3B1A-41DC-8AE7-D6F91FE01B3F}" destId="{EBB9C2D2-7ADF-4FA8-B655-302B22CE5CAC}" srcOrd="7" destOrd="0" presId="urn:microsoft.com/office/officeart/2005/8/layout/default"/>
    <dgm:cxn modelId="{3FB2EF08-E177-45AF-9A47-7290FF6144F3}" type="presParOf" srcId="{44612C93-3B1A-41DC-8AE7-D6F91FE01B3F}" destId="{47847AF3-0537-4F3E-AA6C-ACE8867DD4DB}" srcOrd="8" destOrd="0" presId="urn:microsoft.com/office/officeart/2005/8/layout/default"/>
    <dgm:cxn modelId="{8085B6FF-1315-44FC-BADE-3B602E1137EB}" type="presParOf" srcId="{44612C93-3B1A-41DC-8AE7-D6F91FE01B3F}" destId="{D0573DB6-DA3C-4998-948B-4EC624F76934}" srcOrd="9" destOrd="0" presId="urn:microsoft.com/office/officeart/2005/8/layout/default"/>
    <dgm:cxn modelId="{8702272E-9A8B-42E8-A7EF-D314F9ED7DB9}" type="presParOf" srcId="{44612C93-3B1A-41DC-8AE7-D6F91FE01B3F}" destId="{8AC0923A-3C00-4429-BD0C-B5FCAFF8C022}" srcOrd="10" destOrd="0" presId="urn:microsoft.com/office/officeart/2005/8/layout/default"/>
    <dgm:cxn modelId="{E1C24F85-E1DA-4687-907C-7612EB27B960}" type="presParOf" srcId="{44612C93-3B1A-41DC-8AE7-D6F91FE01B3F}" destId="{7B1A9F65-954A-4007-9CAC-AA0B12D88F39}" srcOrd="11" destOrd="0" presId="urn:microsoft.com/office/officeart/2005/8/layout/default"/>
    <dgm:cxn modelId="{EBA8D54C-E5B0-4C0F-B1D6-2F105A856AA9}" type="presParOf" srcId="{44612C93-3B1A-41DC-8AE7-D6F91FE01B3F}" destId="{A95F606B-A9FA-49E4-8A82-9E4D7F671B47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96EB9B8-F6DD-48DE-8B04-C373D7B91BF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989E80A-8845-4414-8071-FD73CC6384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• Design and implement an end-to-end SQL Data Warehouse</a:t>
          </a:r>
          <a:endParaRPr lang="en-US"/>
        </a:p>
      </dgm:t>
    </dgm:pt>
    <dgm:pt modelId="{2FAD39C1-55C7-4D29-BA80-D4C3D658B40C}" type="parTrans" cxnId="{2B9C25AA-3213-4B88-BD6A-7454942A4BB7}">
      <dgm:prSet/>
      <dgm:spPr/>
      <dgm:t>
        <a:bodyPr/>
        <a:lstStyle/>
        <a:p>
          <a:endParaRPr lang="en-US"/>
        </a:p>
      </dgm:t>
    </dgm:pt>
    <dgm:pt modelId="{3B7EFCA3-9CE9-4C55-A863-D09196719257}" type="sibTrans" cxnId="{2B9C25AA-3213-4B88-BD6A-7454942A4BB7}">
      <dgm:prSet/>
      <dgm:spPr/>
      <dgm:t>
        <a:bodyPr/>
        <a:lstStyle/>
        <a:p>
          <a:endParaRPr lang="en-US"/>
        </a:p>
      </dgm:t>
    </dgm:pt>
    <dgm:pt modelId="{92DC54A0-1317-444D-9B14-F6CE90FCD2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• Consolidate raw CRM and ERP data into a single source of truth</a:t>
          </a:r>
          <a:endParaRPr lang="en-US"/>
        </a:p>
      </dgm:t>
    </dgm:pt>
    <dgm:pt modelId="{B1943080-B575-4E3E-AD50-D2D4E07C3591}" type="parTrans" cxnId="{FD2FE625-1919-4D40-A817-30D6DAC1D364}">
      <dgm:prSet/>
      <dgm:spPr/>
      <dgm:t>
        <a:bodyPr/>
        <a:lstStyle/>
        <a:p>
          <a:endParaRPr lang="en-US"/>
        </a:p>
      </dgm:t>
    </dgm:pt>
    <dgm:pt modelId="{EE6AF219-E2C6-4688-8D94-850F8AF81B50}" type="sibTrans" cxnId="{FD2FE625-1919-4D40-A817-30D6DAC1D364}">
      <dgm:prSet/>
      <dgm:spPr/>
      <dgm:t>
        <a:bodyPr/>
        <a:lstStyle/>
        <a:p>
          <a:endParaRPr lang="en-US"/>
        </a:p>
      </dgm:t>
    </dgm:pt>
    <dgm:pt modelId="{3AA89510-5B0C-43F5-AE9F-4B7172E256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• Apply data cleansing and standardization rules</a:t>
          </a:r>
          <a:endParaRPr lang="en-US"/>
        </a:p>
      </dgm:t>
    </dgm:pt>
    <dgm:pt modelId="{3DFC8E3B-8F22-4CAC-9295-7F2D7F29D876}" type="parTrans" cxnId="{E0C3DA43-263C-4B38-8CAD-B9C7B5A72FB0}">
      <dgm:prSet/>
      <dgm:spPr/>
      <dgm:t>
        <a:bodyPr/>
        <a:lstStyle/>
        <a:p>
          <a:endParaRPr lang="en-US"/>
        </a:p>
      </dgm:t>
    </dgm:pt>
    <dgm:pt modelId="{F6E2EF6A-7DC1-44AC-99D8-FFEC71B1A3DF}" type="sibTrans" cxnId="{E0C3DA43-263C-4B38-8CAD-B9C7B5A72FB0}">
      <dgm:prSet/>
      <dgm:spPr/>
      <dgm:t>
        <a:bodyPr/>
        <a:lstStyle/>
        <a:p>
          <a:endParaRPr lang="en-US"/>
        </a:p>
      </dgm:t>
    </dgm:pt>
    <dgm:pt modelId="{20E89EE2-811F-48A7-BEE2-6F1B5D9A2B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• Build analytics-ready fact and dimension tables</a:t>
          </a:r>
          <a:endParaRPr lang="en-US"/>
        </a:p>
      </dgm:t>
    </dgm:pt>
    <dgm:pt modelId="{EAFEAFF9-2159-48AD-AEA5-05E721DDEF73}" type="parTrans" cxnId="{79DE705D-B9DF-4164-B540-961D46C973D0}">
      <dgm:prSet/>
      <dgm:spPr/>
      <dgm:t>
        <a:bodyPr/>
        <a:lstStyle/>
        <a:p>
          <a:endParaRPr lang="en-US"/>
        </a:p>
      </dgm:t>
    </dgm:pt>
    <dgm:pt modelId="{15B9F0A8-F4A5-48D6-9A4A-4749F5DF711D}" type="sibTrans" cxnId="{79DE705D-B9DF-4164-B540-961D46C973D0}">
      <dgm:prSet/>
      <dgm:spPr/>
      <dgm:t>
        <a:bodyPr/>
        <a:lstStyle/>
        <a:p>
          <a:endParaRPr lang="en-US"/>
        </a:p>
      </dgm:t>
    </dgm:pt>
    <dgm:pt modelId="{84B7EB1F-4969-40A7-8A6D-D9977CAB7A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• Enable fast and reliable business reporting</a:t>
          </a:r>
          <a:endParaRPr lang="en-US"/>
        </a:p>
      </dgm:t>
    </dgm:pt>
    <dgm:pt modelId="{BD1F11CB-E104-4214-B51F-67ED47B37DCB}" type="parTrans" cxnId="{3C24F68C-F519-436A-A71A-11428C93BAC2}">
      <dgm:prSet/>
      <dgm:spPr/>
      <dgm:t>
        <a:bodyPr/>
        <a:lstStyle/>
        <a:p>
          <a:endParaRPr lang="en-US"/>
        </a:p>
      </dgm:t>
    </dgm:pt>
    <dgm:pt modelId="{985B8D19-C078-405A-B661-83A69D55C0F4}" type="sibTrans" cxnId="{3C24F68C-F519-436A-A71A-11428C93BAC2}">
      <dgm:prSet/>
      <dgm:spPr/>
      <dgm:t>
        <a:bodyPr/>
        <a:lstStyle/>
        <a:p>
          <a:endParaRPr lang="en-US"/>
        </a:p>
      </dgm:t>
    </dgm:pt>
    <dgm:pt modelId="{585E9B33-D06A-4B6C-9453-53402C0205F4}" type="pres">
      <dgm:prSet presAssocID="{396EB9B8-F6DD-48DE-8B04-C373D7B91BF6}" presName="root" presStyleCnt="0">
        <dgm:presLayoutVars>
          <dgm:dir/>
          <dgm:resizeHandles val="exact"/>
        </dgm:presLayoutVars>
      </dgm:prSet>
      <dgm:spPr/>
    </dgm:pt>
    <dgm:pt modelId="{D804207D-22D4-4A5B-9843-382E580C1DC9}" type="pres">
      <dgm:prSet presAssocID="{7989E80A-8845-4414-8071-FD73CC6384DC}" presName="compNode" presStyleCnt="0"/>
      <dgm:spPr/>
    </dgm:pt>
    <dgm:pt modelId="{30B73B81-FA32-4AC4-A366-B559B96D03F6}" type="pres">
      <dgm:prSet presAssocID="{7989E80A-8845-4414-8071-FD73CC6384DC}" presName="bgRect" presStyleLbl="bgShp" presStyleIdx="0" presStyleCnt="5"/>
      <dgm:spPr/>
    </dgm:pt>
    <dgm:pt modelId="{63CCCEB6-201E-49D2-8EDC-C7F210DC003F}" type="pres">
      <dgm:prSet presAssocID="{7989E80A-8845-4414-8071-FD73CC6384D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C4AD8BE-ADE0-484C-AEDC-57CFF47330A9}" type="pres">
      <dgm:prSet presAssocID="{7989E80A-8845-4414-8071-FD73CC6384DC}" presName="spaceRect" presStyleCnt="0"/>
      <dgm:spPr/>
    </dgm:pt>
    <dgm:pt modelId="{3505704D-5774-41CD-9E06-040531308C18}" type="pres">
      <dgm:prSet presAssocID="{7989E80A-8845-4414-8071-FD73CC6384DC}" presName="parTx" presStyleLbl="revTx" presStyleIdx="0" presStyleCnt="5">
        <dgm:presLayoutVars>
          <dgm:chMax val="0"/>
          <dgm:chPref val="0"/>
        </dgm:presLayoutVars>
      </dgm:prSet>
      <dgm:spPr/>
    </dgm:pt>
    <dgm:pt modelId="{88330CA0-8F9A-4D7C-9305-C0FDF6CD721D}" type="pres">
      <dgm:prSet presAssocID="{3B7EFCA3-9CE9-4C55-A863-D09196719257}" presName="sibTrans" presStyleCnt="0"/>
      <dgm:spPr/>
    </dgm:pt>
    <dgm:pt modelId="{FFE511C6-E212-41D9-9AEF-2587F5AB5AB8}" type="pres">
      <dgm:prSet presAssocID="{92DC54A0-1317-444D-9B14-F6CE90FCD20D}" presName="compNode" presStyleCnt="0"/>
      <dgm:spPr/>
    </dgm:pt>
    <dgm:pt modelId="{A8295A97-ADE9-40BB-A7DE-D5B1D0B94124}" type="pres">
      <dgm:prSet presAssocID="{92DC54A0-1317-444D-9B14-F6CE90FCD20D}" presName="bgRect" presStyleLbl="bgShp" presStyleIdx="1" presStyleCnt="5"/>
      <dgm:spPr/>
    </dgm:pt>
    <dgm:pt modelId="{CF27F01F-F76D-4453-95C5-3C3158A1E324}" type="pres">
      <dgm:prSet presAssocID="{92DC54A0-1317-444D-9B14-F6CE90FCD20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EA0C347E-D417-4670-B723-100A29C69074}" type="pres">
      <dgm:prSet presAssocID="{92DC54A0-1317-444D-9B14-F6CE90FCD20D}" presName="spaceRect" presStyleCnt="0"/>
      <dgm:spPr/>
    </dgm:pt>
    <dgm:pt modelId="{FC3A4A31-8B05-48AB-8003-84D4AA42AAE8}" type="pres">
      <dgm:prSet presAssocID="{92DC54A0-1317-444D-9B14-F6CE90FCD20D}" presName="parTx" presStyleLbl="revTx" presStyleIdx="1" presStyleCnt="5">
        <dgm:presLayoutVars>
          <dgm:chMax val="0"/>
          <dgm:chPref val="0"/>
        </dgm:presLayoutVars>
      </dgm:prSet>
      <dgm:spPr/>
    </dgm:pt>
    <dgm:pt modelId="{75DF0020-0D98-41FA-97C7-F401329C7516}" type="pres">
      <dgm:prSet presAssocID="{EE6AF219-E2C6-4688-8D94-850F8AF81B50}" presName="sibTrans" presStyleCnt="0"/>
      <dgm:spPr/>
    </dgm:pt>
    <dgm:pt modelId="{86161DDD-5CE1-438C-9618-4CE0BEF662FA}" type="pres">
      <dgm:prSet presAssocID="{3AA89510-5B0C-43F5-AE9F-4B7172E25661}" presName="compNode" presStyleCnt="0"/>
      <dgm:spPr/>
    </dgm:pt>
    <dgm:pt modelId="{634193D4-46CC-4925-8121-BA186D520945}" type="pres">
      <dgm:prSet presAssocID="{3AA89510-5B0C-43F5-AE9F-4B7172E25661}" presName="bgRect" presStyleLbl="bgShp" presStyleIdx="2" presStyleCnt="5"/>
      <dgm:spPr/>
    </dgm:pt>
    <dgm:pt modelId="{4420824B-C3AC-44C6-A949-5DEBBE307849}" type="pres">
      <dgm:prSet presAssocID="{3AA89510-5B0C-43F5-AE9F-4B7172E2566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B0FBDDFB-F6CC-4141-82E2-D0343D812A04}" type="pres">
      <dgm:prSet presAssocID="{3AA89510-5B0C-43F5-AE9F-4B7172E25661}" presName="spaceRect" presStyleCnt="0"/>
      <dgm:spPr/>
    </dgm:pt>
    <dgm:pt modelId="{67489C8A-1385-40FB-9E78-B916F4E1D3D6}" type="pres">
      <dgm:prSet presAssocID="{3AA89510-5B0C-43F5-AE9F-4B7172E25661}" presName="parTx" presStyleLbl="revTx" presStyleIdx="2" presStyleCnt="5">
        <dgm:presLayoutVars>
          <dgm:chMax val="0"/>
          <dgm:chPref val="0"/>
        </dgm:presLayoutVars>
      </dgm:prSet>
      <dgm:spPr/>
    </dgm:pt>
    <dgm:pt modelId="{A75822E4-4DF0-4051-85BE-79E2B21BFE0F}" type="pres">
      <dgm:prSet presAssocID="{F6E2EF6A-7DC1-44AC-99D8-FFEC71B1A3DF}" presName="sibTrans" presStyleCnt="0"/>
      <dgm:spPr/>
    </dgm:pt>
    <dgm:pt modelId="{4A816E5D-019C-45BB-A4BF-011F8900B42C}" type="pres">
      <dgm:prSet presAssocID="{20E89EE2-811F-48A7-BEE2-6F1B5D9A2B51}" presName="compNode" presStyleCnt="0"/>
      <dgm:spPr/>
    </dgm:pt>
    <dgm:pt modelId="{AF2CF49A-1378-4D6C-8BE5-453BE58601AF}" type="pres">
      <dgm:prSet presAssocID="{20E89EE2-811F-48A7-BEE2-6F1B5D9A2B51}" presName="bgRect" presStyleLbl="bgShp" presStyleIdx="3" presStyleCnt="5"/>
      <dgm:spPr/>
    </dgm:pt>
    <dgm:pt modelId="{E88C7A21-AB31-4509-955F-C78B55458CB6}" type="pres">
      <dgm:prSet presAssocID="{20E89EE2-811F-48A7-BEE2-6F1B5D9A2B5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20C05C64-5296-4528-9B1C-D742402984D2}" type="pres">
      <dgm:prSet presAssocID="{20E89EE2-811F-48A7-BEE2-6F1B5D9A2B51}" presName="spaceRect" presStyleCnt="0"/>
      <dgm:spPr/>
    </dgm:pt>
    <dgm:pt modelId="{56EFB4A2-903C-4E3B-A056-2E8190C48468}" type="pres">
      <dgm:prSet presAssocID="{20E89EE2-811F-48A7-BEE2-6F1B5D9A2B51}" presName="parTx" presStyleLbl="revTx" presStyleIdx="3" presStyleCnt="5">
        <dgm:presLayoutVars>
          <dgm:chMax val="0"/>
          <dgm:chPref val="0"/>
        </dgm:presLayoutVars>
      </dgm:prSet>
      <dgm:spPr/>
    </dgm:pt>
    <dgm:pt modelId="{71B531A6-E156-4E0E-B38B-7DBB27159E62}" type="pres">
      <dgm:prSet presAssocID="{15B9F0A8-F4A5-48D6-9A4A-4749F5DF711D}" presName="sibTrans" presStyleCnt="0"/>
      <dgm:spPr/>
    </dgm:pt>
    <dgm:pt modelId="{062C60A8-C08A-445A-A62F-991489671432}" type="pres">
      <dgm:prSet presAssocID="{84B7EB1F-4969-40A7-8A6D-D9977CAB7AFE}" presName="compNode" presStyleCnt="0"/>
      <dgm:spPr/>
    </dgm:pt>
    <dgm:pt modelId="{2A8F8C9F-9999-49D8-A9D8-5CB9ED1DD9EA}" type="pres">
      <dgm:prSet presAssocID="{84B7EB1F-4969-40A7-8A6D-D9977CAB7AFE}" presName="bgRect" presStyleLbl="bgShp" presStyleIdx="4" presStyleCnt="5"/>
      <dgm:spPr/>
    </dgm:pt>
    <dgm:pt modelId="{C4C3F0CE-5228-4E46-AB4C-AC3103E88487}" type="pres">
      <dgm:prSet presAssocID="{84B7EB1F-4969-40A7-8A6D-D9977CAB7AF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FB06BF10-64C6-44CA-BE4A-F1C3553D86BD}" type="pres">
      <dgm:prSet presAssocID="{84B7EB1F-4969-40A7-8A6D-D9977CAB7AFE}" presName="spaceRect" presStyleCnt="0"/>
      <dgm:spPr/>
    </dgm:pt>
    <dgm:pt modelId="{105D8BE8-0C5F-4D90-8DF3-0C81A75BF3B0}" type="pres">
      <dgm:prSet presAssocID="{84B7EB1F-4969-40A7-8A6D-D9977CAB7AF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D2FE625-1919-4D40-A817-30D6DAC1D364}" srcId="{396EB9B8-F6DD-48DE-8B04-C373D7B91BF6}" destId="{92DC54A0-1317-444D-9B14-F6CE90FCD20D}" srcOrd="1" destOrd="0" parTransId="{B1943080-B575-4E3E-AD50-D2D4E07C3591}" sibTransId="{EE6AF219-E2C6-4688-8D94-850F8AF81B50}"/>
    <dgm:cxn modelId="{79DE705D-B9DF-4164-B540-961D46C973D0}" srcId="{396EB9B8-F6DD-48DE-8B04-C373D7B91BF6}" destId="{20E89EE2-811F-48A7-BEE2-6F1B5D9A2B51}" srcOrd="3" destOrd="0" parTransId="{EAFEAFF9-2159-48AD-AEA5-05E721DDEF73}" sibTransId="{15B9F0A8-F4A5-48D6-9A4A-4749F5DF711D}"/>
    <dgm:cxn modelId="{AE2AD85F-33D2-4BC7-A2FB-306EE6A9DA2E}" type="presOf" srcId="{7989E80A-8845-4414-8071-FD73CC6384DC}" destId="{3505704D-5774-41CD-9E06-040531308C18}" srcOrd="0" destOrd="0" presId="urn:microsoft.com/office/officeart/2018/2/layout/IconVerticalSolidList"/>
    <dgm:cxn modelId="{E0C3DA43-263C-4B38-8CAD-B9C7B5A72FB0}" srcId="{396EB9B8-F6DD-48DE-8B04-C373D7B91BF6}" destId="{3AA89510-5B0C-43F5-AE9F-4B7172E25661}" srcOrd="2" destOrd="0" parTransId="{3DFC8E3B-8F22-4CAC-9295-7F2D7F29D876}" sibTransId="{F6E2EF6A-7DC1-44AC-99D8-FFEC71B1A3DF}"/>
    <dgm:cxn modelId="{A4EC4A45-226F-4801-9B34-72E7F202C0A5}" type="presOf" srcId="{84B7EB1F-4969-40A7-8A6D-D9977CAB7AFE}" destId="{105D8BE8-0C5F-4D90-8DF3-0C81A75BF3B0}" srcOrd="0" destOrd="0" presId="urn:microsoft.com/office/officeart/2018/2/layout/IconVerticalSolidList"/>
    <dgm:cxn modelId="{CC2B6874-4213-461A-9482-E2440FA3F177}" type="presOf" srcId="{20E89EE2-811F-48A7-BEE2-6F1B5D9A2B51}" destId="{56EFB4A2-903C-4E3B-A056-2E8190C48468}" srcOrd="0" destOrd="0" presId="urn:microsoft.com/office/officeart/2018/2/layout/IconVerticalSolidList"/>
    <dgm:cxn modelId="{88E73D82-CBE1-4A9C-B526-8A27FBC7290E}" type="presOf" srcId="{396EB9B8-F6DD-48DE-8B04-C373D7B91BF6}" destId="{585E9B33-D06A-4B6C-9453-53402C0205F4}" srcOrd="0" destOrd="0" presId="urn:microsoft.com/office/officeart/2018/2/layout/IconVerticalSolidList"/>
    <dgm:cxn modelId="{3C24F68C-F519-436A-A71A-11428C93BAC2}" srcId="{396EB9B8-F6DD-48DE-8B04-C373D7B91BF6}" destId="{84B7EB1F-4969-40A7-8A6D-D9977CAB7AFE}" srcOrd="4" destOrd="0" parTransId="{BD1F11CB-E104-4214-B51F-67ED47B37DCB}" sibTransId="{985B8D19-C078-405A-B661-83A69D55C0F4}"/>
    <dgm:cxn modelId="{30032FA5-905B-4630-BA75-0AE122361DBE}" type="presOf" srcId="{92DC54A0-1317-444D-9B14-F6CE90FCD20D}" destId="{FC3A4A31-8B05-48AB-8003-84D4AA42AAE8}" srcOrd="0" destOrd="0" presId="urn:microsoft.com/office/officeart/2018/2/layout/IconVerticalSolidList"/>
    <dgm:cxn modelId="{2B9C25AA-3213-4B88-BD6A-7454942A4BB7}" srcId="{396EB9B8-F6DD-48DE-8B04-C373D7B91BF6}" destId="{7989E80A-8845-4414-8071-FD73CC6384DC}" srcOrd="0" destOrd="0" parTransId="{2FAD39C1-55C7-4D29-BA80-D4C3D658B40C}" sibTransId="{3B7EFCA3-9CE9-4C55-A863-D09196719257}"/>
    <dgm:cxn modelId="{F202F8B6-2439-4009-867F-81A9BE7C0DC2}" type="presOf" srcId="{3AA89510-5B0C-43F5-AE9F-4B7172E25661}" destId="{67489C8A-1385-40FB-9E78-B916F4E1D3D6}" srcOrd="0" destOrd="0" presId="urn:microsoft.com/office/officeart/2018/2/layout/IconVerticalSolidList"/>
    <dgm:cxn modelId="{37665D9B-E6E9-45F4-B1BE-87DA015FDD7E}" type="presParOf" srcId="{585E9B33-D06A-4B6C-9453-53402C0205F4}" destId="{D804207D-22D4-4A5B-9843-382E580C1DC9}" srcOrd="0" destOrd="0" presId="urn:microsoft.com/office/officeart/2018/2/layout/IconVerticalSolidList"/>
    <dgm:cxn modelId="{FDE3A58B-886D-48F5-BBCF-25B01144540E}" type="presParOf" srcId="{D804207D-22D4-4A5B-9843-382E580C1DC9}" destId="{30B73B81-FA32-4AC4-A366-B559B96D03F6}" srcOrd="0" destOrd="0" presId="urn:microsoft.com/office/officeart/2018/2/layout/IconVerticalSolidList"/>
    <dgm:cxn modelId="{AF6DB85B-4A33-4E89-875B-CB349496CC40}" type="presParOf" srcId="{D804207D-22D4-4A5B-9843-382E580C1DC9}" destId="{63CCCEB6-201E-49D2-8EDC-C7F210DC003F}" srcOrd="1" destOrd="0" presId="urn:microsoft.com/office/officeart/2018/2/layout/IconVerticalSolidList"/>
    <dgm:cxn modelId="{87D66064-B021-4F96-9FD6-BF3BDBFE4534}" type="presParOf" srcId="{D804207D-22D4-4A5B-9843-382E580C1DC9}" destId="{CC4AD8BE-ADE0-484C-AEDC-57CFF47330A9}" srcOrd="2" destOrd="0" presId="urn:microsoft.com/office/officeart/2018/2/layout/IconVerticalSolidList"/>
    <dgm:cxn modelId="{525A66B4-AA94-4AD4-8C6E-246A18968E43}" type="presParOf" srcId="{D804207D-22D4-4A5B-9843-382E580C1DC9}" destId="{3505704D-5774-41CD-9E06-040531308C18}" srcOrd="3" destOrd="0" presId="urn:microsoft.com/office/officeart/2018/2/layout/IconVerticalSolidList"/>
    <dgm:cxn modelId="{F12A4D5C-4218-4815-9221-45CDDB185522}" type="presParOf" srcId="{585E9B33-D06A-4B6C-9453-53402C0205F4}" destId="{88330CA0-8F9A-4D7C-9305-C0FDF6CD721D}" srcOrd="1" destOrd="0" presId="urn:microsoft.com/office/officeart/2018/2/layout/IconVerticalSolidList"/>
    <dgm:cxn modelId="{BB097162-A667-47D2-948C-5A6F6D1FBC21}" type="presParOf" srcId="{585E9B33-D06A-4B6C-9453-53402C0205F4}" destId="{FFE511C6-E212-41D9-9AEF-2587F5AB5AB8}" srcOrd="2" destOrd="0" presId="urn:microsoft.com/office/officeart/2018/2/layout/IconVerticalSolidList"/>
    <dgm:cxn modelId="{090F0FEB-0DCD-431E-B671-57F23F3CB54B}" type="presParOf" srcId="{FFE511C6-E212-41D9-9AEF-2587F5AB5AB8}" destId="{A8295A97-ADE9-40BB-A7DE-D5B1D0B94124}" srcOrd="0" destOrd="0" presId="urn:microsoft.com/office/officeart/2018/2/layout/IconVerticalSolidList"/>
    <dgm:cxn modelId="{6A41A0B1-CF16-43BB-90AD-50477F94060F}" type="presParOf" srcId="{FFE511C6-E212-41D9-9AEF-2587F5AB5AB8}" destId="{CF27F01F-F76D-4453-95C5-3C3158A1E324}" srcOrd="1" destOrd="0" presId="urn:microsoft.com/office/officeart/2018/2/layout/IconVerticalSolidList"/>
    <dgm:cxn modelId="{10C3BAF6-7B06-440A-BA68-D46E85BBE71F}" type="presParOf" srcId="{FFE511C6-E212-41D9-9AEF-2587F5AB5AB8}" destId="{EA0C347E-D417-4670-B723-100A29C69074}" srcOrd="2" destOrd="0" presId="urn:microsoft.com/office/officeart/2018/2/layout/IconVerticalSolidList"/>
    <dgm:cxn modelId="{7E48A692-FE4E-4CB4-A3A0-645CD39F0D13}" type="presParOf" srcId="{FFE511C6-E212-41D9-9AEF-2587F5AB5AB8}" destId="{FC3A4A31-8B05-48AB-8003-84D4AA42AAE8}" srcOrd="3" destOrd="0" presId="urn:microsoft.com/office/officeart/2018/2/layout/IconVerticalSolidList"/>
    <dgm:cxn modelId="{E3D2B292-8F40-4A33-90CA-B6911917612D}" type="presParOf" srcId="{585E9B33-D06A-4B6C-9453-53402C0205F4}" destId="{75DF0020-0D98-41FA-97C7-F401329C7516}" srcOrd="3" destOrd="0" presId="urn:microsoft.com/office/officeart/2018/2/layout/IconVerticalSolidList"/>
    <dgm:cxn modelId="{A035FF70-410E-46CD-8DCC-12DE5BDBABC6}" type="presParOf" srcId="{585E9B33-D06A-4B6C-9453-53402C0205F4}" destId="{86161DDD-5CE1-438C-9618-4CE0BEF662FA}" srcOrd="4" destOrd="0" presId="urn:microsoft.com/office/officeart/2018/2/layout/IconVerticalSolidList"/>
    <dgm:cxn modelId="{3EE128A6-C496-4215-A85F-7628C24FF515}" type="presParOf" srcId="{86161DDD-5CE1-438C-9618-4CE0BEF662FA}" destId="{634193D4-46CC-4925-8121-BA186D520945}" srcOrd="0" destOrd="0" presId="urn:microsoft.com/office/officeart/2018/2/layout/IconVerticalSolidList"/>
    <dgm:cxn modelId="{3C181C4C-DCAD-485A-A768-37EB187D3A55}" type="presParOf" srcId="{86161DDD-5CE1-438C-9618-4CE0BEF662FA}" destId="{4420824B-C3AC-44C6-A949-5DEBBE307849}" srcOrd="1" destOrd="0" presId="urn:microsoft.com/office/officeart/2018/2/layout/IconVerticalSolidList"/>
    <dgm:cxn modelId="{A45C7EDA-FF75-4C3B-8822-3B33DBAEDF7B}" type="presParOf" srcId="{86161DDD-5CE1-438C-9618-4CE0BEF662FA}" destId="{B0FBDDFB-F6CC-4141-82E2-D0343D812A04}" srcOrd="2" destOrd="0" presId="urn:microsoft.com/office/officeart/2018/2/layout/IconVerticalSolidList"/>
    <dgm:cxn modelId="{ECE762B5-1F93-4C60-BD96-57457115D58D}" type="presParOf" srcId="{86161DDD-5CE1-438C-9618-4CE0BEF662FA}" destId="{67489C8A-1385-40FB-9E78-B916F4E1D3D6}" srcOrd="3" destOrd="0" presId="urn:microsoft.com/office/officeart/2018/2/layout/IconVerticalSolidList"/>
    <dgm:cxn modelId="{1DE61A88-96D2-49A1-BDBD-DB9FA66C7823}" type="presParOf" srcId="{585E9B33-D06A-4B6C-9453-53402C0205F4}" destId="{A75822E4-4DF0-4051-85BE-79E2B21BFE0F}" srcOrd="5" destOrd="0" presId="urn:microsoft.com/office/officeart/2018/2/layout/IconVerticalSolidList"/>
    <dgm:cxn modelId="{6CF6113C-B1F6-4F55-B8BC-252A197D764D}" type="presParOf" srcId="{585E9B33-D06A-4B6C-9453-53402C0205F4}" destId="{4A816E5D-019C-45BB-A4BF-011F8900B42C}" srcOrd="6" destOrd="0" presId="urn:microsoft.com/office/officeart/2018/2/layout/IconVerticalSolidList"/>
    <dgm:cxn modelId="{3C560192-BCAF-4D0C-9DD5-E13DB127A8A5}" type="presParOf" srcId="{4A816E5D-019C-45BB-A4BF-011F8900B42C}" destId="{AF2CF49A-1378-4D6C-8BE5-453BE58601AF}" srcOrd="0" destOrd="0" presId="urn:microsoft.com/office/officeart/2018/2/layout/IconVerticalSolidList"/>
    <dgm:cxn modelId="{03240893-7BCE-4322-96D9-447E6DE3AFA5}" type="presParOf" srcId="{4A816E5D-019C-45BB-A4BF-011F8900B42C}" destId="{E88C7A21-AB31-4509-955F-C78B55458CB6}" srcOrd="1" destOrd="0" presId="urn:microsoft.com/office/officeart/2018/2/layout/IconVerticalSolidList"/>
    <dgm:cxn modelId="{1D4101A0-D203-4017-BB77-D4E660A6EC4D}" type="presParOf" srcId="{4A816E5D-019C-45BB-A4BF-011F8900B42C}" destId="{20C05C64-5296-4528-9B1C-D742402984D2}" srcOrd="2" destOrd="0" presId="urn:microsoft.com/office/officeart/2018/2/layout/IconVerticalSolidList"/>
    <dgm:cxn modelId="{435408AF-AAAA-4792-8415-33D85FF6D24D}" type="presParOf" srcId="{4A816E5D-019C-45BB-A4BF-011F8900B42C}" destId="{56EFB4A2-903C-4E3B-A056-2E8190C48468}" srcOrd="3" destOrd="0" presId="urn:microsoft.com/office/officeart/2018/2/layout/IconVerticalSolidList"/>
    <dgm:cxn modelId="{E11490BB-300D-410C-B1C1-0FF10A1C42B0}" type="presParOf" srcId="{585E9B33-D06A-4B6C-9453-53402C0205F4}" destId="{71B531A6-E156-4E0E-B38B-7DBB27159E62}" srcOrd="7" destOrd="0" presId="urn:microsoft.com/office/officeart/2018/2/layout/IconVerticalSolidList"/>
    <dgm:cxn modelId="{6167EB7D-165D-4B3B-BD64-CA0D8300E95D}" type="presParOf" srcId="{585E9B33-D06A-4B6C-9453-53402C0205F4}" destId="{062C60A8-C08A-445A-A62F-991489671432}" srcOrd="8" destOrd="0" presId="urn:microsoft.com/office/officeart/2018/2/layout/IconVerticalSolidList"/>
    <dgm:cxn modelId="{2B156142-160A-4BF0-8B7D-D02D47552B66}" type="presParOf" srcId="{062C60A8-C08A-445A-A62F-991489671432}" destId="{2A8F8C9F-9999-49D8-A9D8-5CB9ED1DD9EA}" srcOrd="0" destOrd="0" presId="urn:microsoft.com/office/officeart/2018/2/layout/IconVerticalSolidList"/>
    <dgm:cxn modelId="{59E2C8CA-6325-4A2D-B595-77DC8569FE6E}" type="presParOf" srcId="{062C60A8-C08A-445A-A62F-991489671432}" destId="{C4C3F0CE-5228-4E46-AB4C-AC3103E88487}" srcOrd="1" destOrd="0" presId="urn:microsoft.com/office/officeart/2018/2/layout/IconVerticalSolidList"/>
    <dgm:cxn modelId="{A77454B0-F7C2-4D05-9649-82E1C51778C0}" type="presParOf" srcId="{062C60A8-C08A-445A-A62F-991489671432}" destId="{FB06BF10-64C6-44CA-BE4A-F1C3553D86BD}" srcOrd="2" destOrd="0" presId="urn:microsoft.com/office/officeart/2018/2/layout/IconVerticalSolidList"/>
    <dgm:cxn modelId="{037E608E-41D3-4E8F-8E4E-23254F958150}" type="presParOf" srcId="{062C60A8-C08A-445A-A62F-991489671432}" destId="{105D8BE8-0C5F-4D90-8DF3-0C81A75BF3B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002F006-E046-4AF7-BD1F-7B99E904EDE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2549C5F-C7E7-456E-8FA0-4F2A26BAC6FF}">
      <dgm:prSet/>
      <dgm:spPr/>
      <dgm:t>
        <a:bodyPr/>
        <a:lstStyle/>
        <a:p>
          <a:r>
            <a:rPr lang="en-US"/>
            <a:t>The solution implements a Medallion Architecture using SQL:</a:t>
          </a:r>
        </a:p>
      </dgm:t>
    </dgm:pt>
    <dgm:pt modelId="{1BF6362D-6F6B-4E4B-9FF2-7E354FA785AC}" type="parTrans" cxnId="{84F1F140-8165-4AD5-9C6F-78DFB4B37250}">
      <dgm:prSet/>
      <dgm:spPr/>
      <dgm:t>
        <a:bodyPr/>
        <a:lstStyle/>
        <a:p>
          <a:endParaRPr lang="en-US"/>
        </a:p>
      </dgm:t>
    </dgm:pt>
    <dgm:pt modelId="{D986E2DF-C213-4BB5-9140-51FF0002C09F}" type="sibTrans" cxnId="{84F1F140-8165-4AD5-9C6F-78DFB4B37250}">
      <dgm:prSet/>
      <dgm:spPr/>
      <dgm:t>
        <a:bodyPr/>
        <a:lstStyle/>
        <a:p>
          <a:endParaRPr lang="en-US"/>
        </a:p>
      </dgm:t>
    </dgm:pt>
    <dgm:pt modelId="{A4139D53-D7F9-4394-BED9-A0D4F3821955}">
      <dgm:prSet/>
      <dgm:spPr/>
      <dgm:t>
        <a:bodyPr/>
        <a:lstStyle/>
        <a:p>
          <a:r>
            <a:rPr lang="en-US"/>
            <a:t>• Bronze Layer – Stores raw data as received</a:t>
          </a:r>
        </a:p>
      </dgm:t>
    </dgm:pt>
    <dgm:pt modelId="{44F5B879-FF3D-4410-8F51-19A6F6196C59}" type="parTrans" cxnId="{706334D0-2CDB-4C33-9A5D-B90F21691254}">
      <dgm:prSet/>
      <dgm:spPr/>
      <dgm:t>
        <a:bodyPr/>
        <a:lstStyle/>
        <a:p>
          <a:endParaRPr lang="en-US"/>
        </a:p>
      </dgm:t>
    </dgm:pt>
    <dgm:pt modelId="{876AAE0B-0449-4A21-AE06-5F42513D1876}" type="sibTrans" cxnId="{706334D0-2CDB-4C33-9A5D-B90F21691254}">
      <dgm:prSet/>
      <dgm:spPr/>
      <dgm:t>
        <a:bodyPr/>
        <a:lstStyle/>
        <a:p>
          <a:endParaRPr lang="en-US"/>
        </a:p>
      </dgm:t>
    </dgm:pt>
    <dgm:pt modelId="{D2892D3A-6605-45F3-8D05-C52E0EA1882E}">
      <dgm:prSet/>
      <dgm:spPr/>
      <dgm:t>
        <a:bodyPr/>
        <a:lstStyle/>
        <a:p>
          <a:r>
            <a:rPr lang="en-US"/>
            <a:t>• Silver Layer – Applies data quality checks and transformations</a:t>
          </a:r>
        </a:p>
      </dgm:t>
    </dgm:pt>
    <dgm:pt modelId="{B05A88EF-58FE-4113-B017-3A4169286992}" type="parTrans" cxnId="{B33DE36D-C60F-4E92-B875-C36B21E7F6A8}">
      <dgm:prSet/>
      <dgm:spPr/>
      <dgm:t>
        <a:bodyPr/>
        <a:lstStyle/>
        <a:p>
          <a:endParaRPr lang="en-US"/>
        </a:p>
      </dgm:t>
    </dgm:pt>
    <dgm:pt modelId="{77A2C7C1-DB00-4298-9EBE-E54B1AE43AB7}" type="sibTrans" cxnId="{B33DE36D-C60F-4E92-B875-C36B21E7F6A8}">
      <dgm:prSet/>
      <dgm:spPr/>
      <dgm:t>
        <a:bodyPr/>
        <a:lstStyle/>
        <a:p>
          <a:endParaRPr lang="en-US"/>
        </a:p>
      </dgm:t>
    </dgm:pt>
    <dgm:pt modelId="{8E1BEC06-ECCF-4D2A-B52F-C20E0629AA5E}">
      <dgm:prSet/>
      <dgm:spPr/>
      <dgm:t>
        <a:bodyPr/>
        <a:lstStyle/>
        <a:p>
          <a:r>
            <a:rPr lang="en-US"/>
            <a:t>• Gold Layer – Provides business-friendly analytical models</a:t>
          </a:r>
        </a:p>
      </dgm:t>
    </dgm:pt>
    <dgm:pt modelId="{25D2C94D-B649-41A6-8245-17AD4C7D2F0A}" type="parTrans" cxnId="{3781C664-03BA-4190-8298-0CFAB022FF6E}">
      <dgm:prSet/>
      <dgm:spPr/>
      <dgm:t>
        <a:bodyPr/>
        <a:lstStyle/>
        <a:p>
          <a:endParaRPr lang="en-US"/>
        </a:p>
      </dgm:t>
    </dgm:pt>
    <dgm:pt modelId="{28AD5A75-8AFB-4511-8DCD-5BA6B06A64D3}" type="sibTrans" cxnId="{3781C664-03BA-4190-8298-0CFAB022FF6E}">
      <dgm:prSet/>
      <dgm:spPr/>
      <dgm:t>
        <a:bodyPr/>
        <a:lstStyle/>
        <a:p>
          <a:endParaRPr lang="en-US"/>
        </a:p>
      </dgm:t>
    </dgm:pt>
    <dgm:pt modelId="{139B56B0-355A-44BF-94F1-534ED89ED298}">
      <dgm:prSet/>
      <dgm:spPr/>
      <dgm:t>
        <a:bodyPr/>
        <a:lstStyle/>
        <a:p>
          <a:r>
            <a:rPr lang="en-US"/>
            <a:t>This layered approach ensures scalability, maintainability, and data reliability.</a:t>
          </a:r>
        </a:p>
      </dgm:t>
    </dgm:pt>
    <dgm:pt modelId="{0AA81423-9F78-420E-BB3E-E0796E58CEA1}" type="parTrans" cxnId="{36962031-DF34-47CE-BBA6-F1DE838418B5}">
      <dgm:prSet/>
      <dgm:spPr/>
      <dgm:t>
        <a:bodyPr/>
        <a:lstStyle/>
        <a:p>
          <a:endParaRPr lang="en-US"/>
        </a:p>
      </dgm:t>
    </dgm:pt>
    <dgm:pt modelId="{E7044284-95DF-4D70-A681-6400365C14F6}" type="sibTrans" cxnId="{36962031-DF34-47CE-BBA6-F1DE838418B5}">
      <dgm:prSet/>
      <dgm:spPr/>
      <dgm:t>
        <a:bodyPr/>
        <a:lstStyle/>
        <a:p>
          <a:endParaRPr lang="en-US"/>
        </a:p>
      </dgm:t>
    </dgm:pt>
    <dgm:pt modelId="{4EED3498-0BD1-4F54-9060-3BF1E7124BD9}" type="pres">
      <dgm:prSet presAssocID="{8002F006-E046-4AF7-BD1F-7B99E904EDEA}" presName="root" presStyleCnt="0">
        <dgm:presLayoutVars>
          <dgm:dir/>
          <dgm:resizeHandles val="exact"/>
        </dgm:presLayoutVars>
      </dgm:prSet>
      <dgm:spPr/>
    </dgm:pt>
    <dgm:pt modelId="{DBABE690-2BBD-4EBB-AFBC-DA54CE9DADA1}" type="pres">
      <dgm:prSet presAssocID="{52549C5F-C7E7-456E-8FA0-4F2A26BAC6FF}" presName="compNode" presStyleCnt="0"/>
      <dgm:spPr/>
    </dgm:pt>
    <dgm:pt modelId="{B831CFB2-99F7-4336-BAB7-424852E157C1}" type="pres">
      <dgm:prSet presAssocID="{52549C5F-C7E7-456E-8FA0-4F2A26BAC6FF}" presName="bgRect" presStyleLbl="bgShp" presStyleIdx="0" presStyleCnt="5"/>
      <dgm:spPr/>
    </dgm:pt>
    <dgm:pt modelId="{B8387242-0C3C-4B64-A028-8E63155E8BFE}" type="pres">
      <dgm:prSet presAssocID="{52549C5F-C7E7-456E-8FA0-4F2A26BAC6F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001C065-24A6-4CDE-A605-F965D4A6DC1D}" type="pres">
      <dgm:prSet presAssocID="{52549C5F-C7E7-456E-8FA0-4F2A26BAC6FF}" presName="spaceRect" presStyleCnt="0"/>
      <dgm:spPr/>
    </dgm:pt>
    <dgm:pt modelId="{97012996-8075-4E8E-98FD-0353CB9AA925}" type="pres">
      <dgm:prSet presAssocID="{52549C5F-C7E7-456E-8FA0-4F2A26BAC6FF}" presName="parTx" presStyleLbl="revTx" presStyleIdx="0" presStyleCnt="5">
        <dgm:presLayoutVars>
          <dgm:chMax val="0"/>
          <dgm:chPref val="0"/>
        </dgm:presLayoutVars>
      </dgm:prSet>
      <dgm:spPr/>
    </dgm:pt>
    <dgm:pt modelId="{EB83DF7D-5B6C-4A6B-9FC4-407FB0BC6B12}" type="pres">
      <dgm:prSet presAssocID="{D986E2DF-C213-4BB5-9140-51FF0002C09F}" presName="sibTrans" presStyleCnt="0"/>
      <dgm:spPr/>
    </dgm:pt>
    <dgm:pt modelId="{28E77EB5-7159-4158-91F6-D73DAC62FC64}" type="pres">
      <dgm:prSet presAssocID="{A4139D53-D7F9-4394-BED9-A0D4F3821955}" presName="compNode" presStyleCnt="0"/>
      <dgm:spPr/>
    </dgm:pt>
    <dgm:pt modelId="{96F705C6-CBDC-4CDF-B371-EB0A725AD35B}" type="pres">
      <dgm:prSet presAssocID="{A4139D53-D7F9-4394-BED9-A0D4F3821955}" presName="bgRect" presStyleLbl="bgShp" presStyleIdx="1" presStyleCnt="5"/>
      <dgm:spPr/>
    </dgm:pt>
    <dgm:pt modelId="{E0E53A8A-F4B5-403C-ACA1-DB5418727F12}" type="pres">
      <dgm:prSet presAssocID="{A4139D53-D7F9-4394-BED9-A0D4F382195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360F0EBC-E6F9-490E-954F-D8E776084CB2}" type="pres">
      <dgm:prSet presAssocID="{A4139D53-D7F9-4394-BED9-A0D4F3821955}" presName="spaceRect" presStyleCnt="0"/>
      <dgm:spPr/>
    </dgm:pt>
    <dgm:pt modelId="{B2F580B1-CB81-4200-BF88-A9D6BD2CD871}" type="pres">
      <dgm:prSet presAssocID="{A4139D53-D7F9-4394-BED9-A0D4F3821955}" presName="parTx" presStyleLbl="revTx" presStyleIdx="1" presStyleCnt="5">
        <dgm:presLayoutVars>
          <dgm:chMax val="0"/>
          <dgm:chPref val="0"/>
        </dgm:presLayoutVars>
      </dgm:prSet>
      <dgm:spPr/>
    </dgm:pt>
    <dgm:pt modelId="{A3034090-BFE8-4F2B-8586-D962F5B6BC30}" type="pres">
      <dgm:prSet presAssocID="{876AAE0B-0449-4A21-AE06-5F42513D1876}" presName="sibTrans" presStyleCnt="0"/>
      <dgm:spPr/>
    </dgm:pt>
    <dgm:pt modelId="{4D173CEB-5456-4699-A0F4-9AE68A21EBFE}" type="pres">
      <dgm:prSet presAssocID="{D2892D3A-6605-45F3-8D05-C52E0EA1882E}" presName="compNode" presStyleCnt="0"/>
      <dgm:spPr/>
    </dgm:pt>
    <dgm:pt modelId="{256A7247-7661-4095-9537-A804C244C602}" type="pres">
      <dgm:prSet presAssocID="{D2892D3A-6605-45F3-8D05-C52E0EA1882E}" presName="bgRect" presStyleLbl="bgShp" presStyleIdx="2" presStyleCnt="5"/>
      <dgm:spPr/>
    </dgm:pt>
    <dgm:pt modelId="{4CBC18EA-FC50-4B57-814E-80A916DDD2A3}" type="pres">
      <dgm:prSet presAssocID="{D2892D3A-6605-45F3-8D05-C52E0EA1882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E91D5823-484E-4345-A286-DCD4511B11ED}" type="pres">
      <dgm:prSet presAssocID="{D2892D3A-6605-45F3-8D05-C52E0EA1882E}" presName="spaceRect" presStyleCnt="0"/>
      <dgm:spPr/>
    </dgm:pt>
    <dgm:pt modelId="{1FFA0B6A-EF05-47F8-9DE5-B8A9E3348551}" type="pres">
      <dgm:prSet presAssocID="{D2892D3A-6605-45F3-8D05-C52E0EA1882E}" presName="parTx" presStyleLbl="revTx" presStyleIdx="2" presStyleCnt="5">
        <dgm:presLayoutVars>
          <dgm:chMax val="0"/>
          <dgm:chPref val="0"/>
        </dgm:presLayoutVars>
      </dgm:prSet>
      <dgm:spPr/>
    </dgm:pt>
    <dgm:pt modelId="{2CF32B11-78FC-4672-85C3-A27D8E10796F}" type="pres">
      <dgm:prSet presAssocID="{77A2C7C1-DB00-4298-9EBE-E54B1AE43AB7}" presName="sibTrans" presStyleCnt="0"/>
      <dgm:spPr/>
    </dgm:pt>
    <dgm:pt modelId="{78F1FDF2-6769-4BAD-BBD4-276A00C14ACB}" type="pres">
      <dgm:prSet presAssocID="{8E1BEC06-ECCF-4D2A-B52F-C20E0629AA5E}" presName="compNode" presStyleCnt="0"/>
      <dgm:spPr/>
    </dgm:pt>
    <dgm:pt modelId="{91A4EFC2-1DE1-4707-AEBD-4871B344F3BA}" type="pres">
      <dgm:prSet presAssocID="{8E1BEC06-ECCF-4D2A-B52F-C20E0629AA5E}" presName="bgRect" presStyleLbl="bgShp" presStyleIdx="3" presStyleCnt="5"/>
      <dgm:spPr/>
    </dgm:pt>
    <dgm:pt modelId="{BB8A3E83-094F-4E10-BD27-B9F5F99F97EF}" type="pres">
      <dgm:prSet presAssocID="{8E1BEC06-ECCF-4D2A-B52F-C20E0629AA5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t of Gold"/>
        </a:ext>
      </dgm:extLst>
    </dgm:pt>
    <dgm:pt modelId="{1E3CAFBF-7FC3-4BC3-A2B8-0712DBE3DC32}" type="pres">
      <dgm:prSet presAssocID="{8E1BEC06-ECCF-4D2A-B52F-C20E0629AA5E}" presName="spaceRect" presStyleCnt="0"/>
      <dgm:spPr/>
    </dgm:pt>
    <dgm:pt modelId="{E0DCBCDC-754B-43CD-8B86-D683F90B2F22}" type="pres">
      <dgm:prSet presAssocID="{8E1BEC06-ECCF-4D2A-B52F-C20E0629AA5E}" presName="parTx" presStyleLbl="revTx" presStyleIdx="3" presStyleCnt="5">
        <dgm:presLayoutVars>
          <dgm:chMax val="0"/>
          <dgm:chPref val="0"/>
        </dgm:presLayoutVars>
      </dgm:prSet>
      <dgm:spPr/>
    </dgm:pt>
    <dgm:pt modelId="{788A9932-EC1C-4ED0-A490-1801029DF5EE}" type="pres">
      <dgm:prSet presAssocID="{28AD5A75-8AFB-4511-8DCD-5BA6B06A64D3}" presName="sibTrans" presStyleCnt="0"/>
      <dgm:spPr/>
    </dgm:pt>
    <dgm:pt modelId="{762193CA-E8BC-44AE-BFBA-62B1F561B319}" type="pres">
      <dgm:prSet presAssocID="{139B56B0-355A-44BF-94F1-534ED89ED298}" presName="compNode" presStyleCnt="0"/>
      <dgm:spPr/>
    </dgm:pt>
    <dgm:pt modelId="{90A6B0AE-4940-464E-BC78-65E78F645E2E}" type="pres">
      <dgm:prSet presAssocID="{139B56B0-355A-44BF-94F1-534ED89ED298}" presName="bgRect" presStyleLbl="bgShp" presStyleIdx="4" presStyleCnt="5"/>
      <dgm:spPr/>
    </dgm:pt>
    <dgm:pt modelId="{542A1952-5284-483E-A885-A247A7E60679}" type="pres">
      <dgm:prSet presAssocID="{139B56B0-355A-44BF-94F1-534ED89ED29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79AFAE0D-06A4-4EE4-8E45-7F9737A033DB}" type="pres">
      <dgm:prSet presAssocID="{139B56B0-355A-44BF-94F1-534ED89ED298}" presName="spaceRect" presStyleCnt="0"/>
      <dgm:spPr/>
    </dgm:pt>
    <dgm:pt modelId="{D38A578F-1B8D-4D06-8BBF-CD8069E666BE}" type="pres">
      <dgm:prSet presAssocID="{139B56B0-355A-44BF-94F1-534ED89ED29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4D3E961C-209D-45B2-8FD9-0C5070EDD515}" type="presOf" srcId="{8002F006-E046-4AF7-BD1F-7B99E904EDEA}" destId="{4EED3498-0BD1-4F54-9060-3BF1E7124BD9}" srcOrd="0" destOrd="0" presId="urn:microsoft.com/office/officeart/2018/2/layout/IconVerticalSolidList"/>
    <dgm:cxn modelId="{36962031-DF34-47CE-BBA6-F1DE838418B5}" srcId="{8002F006-E046-4AF7-BD1F-7B99E904EDEA}" destId="{139B56B0-355A-44BF-94F1-534ED89ED298}" srcOrd="4" destOrd="0" parTransId="{0AA81423-9F78-420E-BB3E-E0796E58CEA1}" sibTransId="{E7044284-95DF-4D70-A681-6400365C14F6}"/>
    <dgm:cxn modelId="{84F1F140-8165-4AD5-9C6F-78DFB4B37250}" srcId="{8002F006-E046-4AF7-BD1F-7B99E904EDEA}" destId="{52549C5F-C7E7-456E-8FA0-4F2A26BAC6FF}" srcOrd="0" destOrd="0" parTransId="{1BF6362D-6F6B-4E4B-9FF2-7E354FA785AC}" sibTransId="{D986E2DF-C213-4BB5-9140-51FF0002C09F}"/>
    <dgm:cxn modelId="{3781C664-03BA-4190-8298-0CFAB022FF6E}" srcId="{8002F006-E046-4AF7-BD1F-7B99E904EDEA}" destId="{8E1BEC06-ECCF-4D2A-B52F-C20E0629AA5E}" srcOrd="3" destOrd="0" parTransId="{25D2C94D-B649-41A6-8245-17AD4C7D2F0A}" sibTransId="{28AD5A75-8AFB-4511-8DCD-5BA6B06A64D3}"/>
    <dgm:cxn modelId="{1E671669-74FA-4D7E-AF1C-EC4B53ECE258}" type="presOf" srcId="{A4139D53-D7F9-4394-BED9-A0D4F3821955}" destId="{B2F580B1-CB81-4200-BF88-A9D6BD2CD871}" srcOrd="0" destOrd="0" presId="urn:microsoft.com/office/officeart/2018/2/layout/IconVerticalSolidList"/>
    <dgm:cxn modelId="{B33DE36D-C60F-4E92-B875-C36B21E7F6A8}" srcId="{8002F006-E046-4AF7-BD1F-7B99E904EDEA}" destId="{D2892D3A-6605-45F3-8D05-C52E0EA1882E}" srcOrd="2" destOrd="0" parTransId="{B05A88EF-58FE-4113-B017-3A4169286992}" sibTransId="{77A2C7C1-DB00-4298-9EBE-E54B1AE43AB7}"/>
    <dgm:cxn modelId="{A3D40359-6029-4935-B3D0-A46A36504C06}" type="presOf" srcId="{8E1BEC06-ECCF-4D2A-B52F-C20E0629AA5E}" destId="{E0DCBCDC-754B-43CD-8B86-D683F90B2F22}" srcOrd="0" destOrd="0" presId="urn:microsoft.com/office/officeart/2018/2/layout/IconVerticalSolidList"/>
    <dgm:cxn modelId="{1A1C857F-5F53-46EB-A5BA-5753B46B55D2}" type="presOf" srcId="{D2892D3A-6605-45F3-8D05-C52E0EA1882E}" destId="{1FFA0B6A-EF05-47F8-9DE5-B8A9E3348551}" srcOrd="0" destOrd="0" presId="urn:microsoft.com/office/officeart/2018/2/layout/IconVerticalSolidList"/>
    <dgm:cxn modelId="{D6F9A780-DEB0-4850-9E47-7C56C8D325FD}" type="presOf" srcId="{139B56B0-355A-44BF-94F1-534ED89ED298}" destId="{D38A578F-1B8D-4D06-8BBF-CD8069E666BE}" srcOrd="0" destOrd="0" presId="urn:microsoft.com/office/officeart/2018/2/layout/IconVerticalSolidList"/>
    <dgm:cxn modelId="{283283B0-EB8A-4AA8-8C39-D9554C954CC7}" type="presOf" srcId="{52549C5F-C7E7-456E-8FA0-4F2A26BAC6FF}" destId="{97012996-8075-4E8E-98FD-0353CB9AA925}" srcOrd="0" destOrd="0" presId="urn:microsoft.com/office/officeart/2018/2/layout/IconVerticalSolidList"/>
    <dgm:cxn modelId="{706334D0-2CDB-4C33-9A5D-B90F21691254}" srcId="{8002F006-E046-4AF7-BD1F-7B99E904EDEA}" destId="{A4139D53-D7F9-4394-BED9-A0D4F3821955}" srcOrd="1" destOrd="0" parTransId="{44F5B879-FF3D-4410-8F51-19A6F6196C59}" sibTransId="{876AAE0B-0449-4A21-AE06-5F42513D1876}"/>
    <dgm:cxn modelId="{5BEB2571-5549-4823-A92D-BAF24039B7AC}" type="presParOf" srcId="{4EED3498-0BD1-4F54-9060-3BF1E7124BD9}" destId="{DBABE690-2BBD-4EBB-AFBC-DA54CE9DADA1}" srcOrd="0" destOrd="0" presId="urn:microsoft.com/office/officeart/2018/2/layout/IconVerticalSolidList"/>
    <dgm:cxn modelId="{7978453B-8EBD-407F-8436-D2294DD4042C}" type="presParOf" srcId="{DBABE690-2BBD-4EBB-AFBC-DA54CE9DADA1}" destId="{B831CFB2-99F7-4336-BAB7-424852E157C1}" srcOrd="0" destOrd="0" presId="urn:microsoft.com/office/officeart/2018/2/layout/IconVerticalSolidList"/>
    <dgm:cxn modelId="{72488811-6C45-42E3-8678-24506863CFD6}" type="presParOf" srcId="{DBABE690-2BBD-4EBB-AFBC-DA54CE9DADA1}" destId="{B8387242-0C3C-4B64-A028-8E63155E8BFE}" srcOrd="1" destOrd="0" presId="urn:microsoft.com/office/officeart/2018/2/layout/IconVerticalSolidList"/>
    <dgm:cxn modelId="{51317E0D-ED38-4140-A824-38A983F37AE7}" type="presParOf" srcId="{DBABE690-2BBD-4EBB-AFBC-DA54CE9DADA1}" destId="{6001C065-24A6-4CDE-A605-F965D4A6DC1D}" srcOrd="2" destOrd="0" presId="urn:microsoft.com/office/officeart/2018/2/layout/IconVerticalSolidList"/>
    <dgm:cxn modelId="{EA55D19B-A689-4914-B5B1-895B92593F60}" type="presParOf" srcId="{DBABE690-2BBD-4EBB-AFBC-DA54CE9DADA1}" destId="{97012996-8075-4E8E-98FD-0353CB9AA925}" srcOrd="3" destOrd="0" presId="urn:microsoft.com/office/officeart/2018/2/layout/IconVerticalSolidList"/>
    <dgm:cxn modelId="{A6BA0636-0007-4F96-91E1-403A16C02458}" type="presParOf" srcId="{4EED3498-0BD1-4F54-9060-3BF1E7124BD9}" destId="{EB83DF7D-5B6C-4A6B-9FC4-407FB0BC6B12}" srcOrd="1" destOrd="0" presId="urn:microsoft.com/office/officeart/2018/2/layout/IconVerticalSolidList"/>
    <dgm:cxn modelId="{C4D4E60D-81C4-46D4-89A9-CDC50BC35225}" type="presParOf" srcId="{4EED3498-0BD1-4F54-9060-3BF1E7124BD9}" destId="{28E77EB5-7159-4158-91F6-D73DAC62FC64}" srcOrd="2" destOrd="0" presId="urn:microsoft.com/office/officeart/2018/2/layout/IconVerticalSolidList"/>
    <dgm:cxn modelId="{31E7E65D-12B0-4259-BE06-4CDEC601E6A4}" type="presParOf" srcId="{28E77EB5-7159-4158-91F6-D73DAC62FC64}" destId="{96F705C6-CBDC-4CDF-B371-EB0A725AD35B}" srcOrd="0" destOrd="0" presId="urn:microsoft.com/office/officeart/2018/2/layout/IconVerticalSolidList"/>
    <dgm:cxn modelId="{05AD6AAB-B7B6-4393-AF80-B46730BE3BE3}" type="presParOf" srcId="{28E77EB5-7159-4158-91F6-D73DAC62FC64}" destId="{E0E53A8A-F4B5-403C-ACA1-DB5418727F12}" srcOrd="1" destOrd="0" presId="urn:microsoft.com/office/officeart/2018/2/layout/IconVerticalSolidList"/>
    <dgm:cxn modelId="{7EA0C8AD-9DF7-46C7-B130-D6BCBCC8F20C}" type="presParOf" srcId="{28E77EB5-7159-4158-91F6-D73DAC62FC64}" destId="{360F0EBC-E6F9-490E-954F-D8E776084CB2}" srcOrd="2" destOrd="0" presId="urn:microsoft.com/office/officeart/2018/2/layout/IconVerticalSolidList"/>
    <dgm:cxn modelId="{6144EC6B-55BB-421D-9AB1-4ED1107D6A8C}" type="presParOf" srcId="{28E77EB5-7159-4158-91F6-D73DAC62FC64}" destId="{B2F580B1-CB81-4200-BF88-A9D6BD2CD871}" srcOrd="3" destOrd="0" presId="urn:microsoft.com/office/officeart/2018/2/layout/IconVerticalSolidList"/>
    <dgm:cxn modelId="{B8A1F4D0-C5E3-4FFB-8383-86D78CF18DC5}" type="presParOf" srcId="{4EED3498-0BD1-4F54-9060-3BF1E7124BD9}" destId="{A3034090-BFE8-4F2B-8586-D962F5B6BC30}" srcOrd="3" destOrd="0" presId="urn:microsoft.com/office/officeart/2018/2/layout/IconVerticalSolidList"/>
    <dgm:cxn modelId="{926320CA-02D1-4590-8635-3E60EA0782B9}" type="presParOf" srcId="{4EED3498-0BD1-4F54-9060-3BF1E7124BD9}" destId="{4D173CEB-5456-4699-A0F4-9AE68A21EBFE}" srcOrd="4" destOrd="0" presId="urn:microsoft.com/office/officeart/2018/2/layout/IconVerticalSolidList"/>
    <dgm:cxn modelId="{3305D889-59A1-4348-98EE-D4E1CD2215E1}" type="presParOf" srcId="{4D173CEB-5456-4699-A0F4-9AE68A21EBFE}" destId="{256A7247-7661-4095-9537-A804C244C602}" srcOrd="0" destOrd="0" presId="urn:microsoft.com/office/officeart/2018/2/layout/IconVerticalSolidList"/>
    <dgm:cxn modelId="{182E782B-BB01-44D7-8024-9F77C7E6003A}" type="presParOf" srcId="{4D173CEB-5456-4699-A0F4-9AE68A21EBFE}" destId="{4CBC18EA-FC50-4B57-814E-80A916DDD2A3}" srcOrd="1" destOrd="0" presId="urn:microsoft.com/office/officeart/2018/2/layout/IconVerticalSolidList"/>
    <dgm:cxn modelId="{9FADD135-09F4-4A0D-A0D8-D4B87FF2D0D6}" type="presParOf" srcId="{4D173CEB-5456-4699-A0F4-9AE68A21EBFE}" destId="{E91D5823-484E-4345-A286-DCD4511B11ED}" srcOrd="2" destOrd="0" presId="urn:microsoft.com/office/officeart/2018/2/layout/IconVerticalSolidList"/>
    <dgm:cxn modelId="{29B10964-93C1-4DC6-BBB0-71D8E126FA83}" type="presParOf" srcId="{4D173CEB-5456-4699-A0F4-9AE68A21EBFE}" destId="{1FFA0B6A-EF05-47F8-9DE5-B8A9E3348551}" srcOrd="3" destOrd="0" presId="urn:microsoft.com/office/officeart/2018/2/layout/IconVerticalSolidList"/>
    <dgm:cxn modelId="{19F113A0-149B-42AA-A1B5-F8B0788AA717}" type="presParOf" srcId="{4EED3498-0BD1-4F54-9060-3BF1E7124BD9}" destId="{2CF32B11-78FC-4672-85C3-A27D8E10796F}" srcOrd="5" destOrd="0" presId="urn:microsoft.com/office/officeart/2018/2/layout/IconVerticalSolidList"/>
    <dgm:cxn modelId="{F5CE00CA-204C-4396-8064-22B1674D508D}" type="presParOf" srcId="{4EED3498-0BD1-4F54-9060-3BF1E7124BD9}" destId="{78F1FDF2-6769-4BAD-BBD4-276A00C14ACB}" srcOrd="6" destOrd="0" presId="urn:microsoft.com/office/officeart/2018/2/layout/IconVerticalSolidList"/>
    <dgm:cxn modelId="{1FFB6D59-A2AD-4585-841B-97F806D3A440}" type="presParOf" srcId="{78F1FDF2-6769-4BAD-BBD4-276A00C14ACB}" destId="{91A4EFC2-1DE1-4707-AEBD-4871B344F3BA}" srcOrd="0" destOrd="0" presId="urn:microsoft.com/office/officeart/2018/2/layout/IconVerticalSolidList"/>
    <dgm:cxn modelId="{5029AC44-43D5-416E-9362-5AC1E92D9267}" type="presParOf" srcId="{78F1FDF2-6769-4BAD-BBD4-276A00C14ACB}" destId="{BB8A3E83-094F-4E10-BD27-B9F5F99F97EF}" srcOrd="1" destOrd="0" presId="urn:microsoft.com/office/officeart/2018/2/layout/IconVerticalSolidList"/>
    <dgm:cxn modelId="{65D191CE-D142-40ED-8E1B-874E83C12231}" type="presParOf" srcId="{78F1FDF2-6769-4BAD-BBD4-276A00C14ACB}" destId="{1E3CAFBF-7FC3-4BC3-A2B8-0712DBE3DC32}" srcOrd="2" destOrd="0" presId="urn:microsoft.com/office/officeart/2018/2/layout/IconVerticalSolidList"/>
    <dgm:cxn modelId="{2520DC88-2D6A-406A-B4AD-C92A109BD3F0}" type="presParOf" srcId="{78F1FDF2-6769-4BAD-BBD4-276A00C14ACB}" destId="{E0DCBCDC-754B-43CD-8B86-D683F90B2F22}" srcOrd="3" destOrd="0" presId="urn:microsoft.com/office/officeart/2018/2/layout/IconVerticalSolidList"/>
    <dgm:cxn modelId="{0A3E2628-18C3-4ECA-9C97-16F8B9A361BB}" type="presParOf" srcId="{4EED3498-0BD1-4F54-9060-3BF1E7124BD9}" destId="{788A9932-EC1C-4ED0-A490-1801029DF5EE}" srcOrd="7" destOrd="0" presId="urn:microsoft.com/office/officeart/2018/2/layout/IconVerticalSolidList"/>
    <dgm:cxn modelId="{B9918284-5FAA-4F07-A770-C7A6E77F73B8}" type="presParOf" srcId="{4EED3498-0BD1-4F54-9060-3BF1E7124BD9}" destId="{762193CA-E8BC-44AE-BFBA-62B1F561B319}" srcOrd="8" destOrd="0" presId="urn:microsoft.com/office/officeart/2018/2/layout/IconVerticalSolidList"/>
    <dgm:cxn modelId="{0842BDB4-C88F-4331-B22C-3B571EDB6064}" type="presParOf" srcId="{762193CA-E8BC-44AE-BFBA-62B1F561B319}" destId="{90A6B0AE-4940-464E-BC78-65E78F645E2E}" srcOrd="0" destOrd="0" presId="urn:microsoft.com/office/officeart/2018/2/layout/IconVerticalSolidList"/>
    <dgm:cxn modelId="{4D2A1407-0D46-4BA0-8344-7BC04A093586}" type="presParOf" srcId="{762193CA-E8BC-44AE-BFBA-62B1F561B319}" destId="{542A1952-5284-483E-A885-A247A7E60679}" srcOrd="1" destOrd="0" presId="urn:microsoft.com/office/officeart/2018/2/layout/IconVerticalSolidList"/>
    <dgm:cxn modelId="{3101B67E-37B8-4A1D-B3A3-20991A6F0D4F}" type="presParOf" srcId="{762193CA-E8BC-44AE-BFBA-62B1F561B319}" destId="{79AFAE0D-06A4-4EE4-8E45-7F9737A033DB}" srcOrd="2" destOrd="0" presId="urn:microsoft.com/office/officeart/2018/2/layout/IconVerticalSolidList"/>
    <dgm:cxn modelId="{3F68C7AA-A067-4EE9-9FE1-525AF1A1CB5E}" type="presParOf" srcId="{762193CA-E8BC-44AE-BFBA-62B1F561B319}" destId="{D38A578F-1B8D-4D06-8BBF-CD8069E666B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F76EF3A-6E85-4102-9BDF-92FA739DC01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43CB562-67A2-46EE-9F92-9F61F1AB2039}">
      <dgm:prSet/>
      <dgm:spPr/>
      <dgm:t>
        <a:bodyPr/>
        <a:lstStyle/>
        <a:p>
          <a:r>
            <a:rPr lang="en-US"/>
            <a:t>• Bronze Layer – Raw ingestion from source files</a:t>
          </a:r>
        </a:p>
      </dgm:t>
    </dgm:pt>
    <dgm:pt modelId="{0538E245-8D9F-4009-BBAA-370838B22890}" type="parTrans" cxnId="{AE194951-99DC-4CC4-AB62-A912A7BD340F}">
      <dgm:prSet/>
      <dgm:spPr/>
      <dgm:t>
        <a:bodyPr/>
        <a:lstStyle/>
        <a:p>
          <a:endParaRPr lang="en-US"/>
        </a:p>
      </dgm:t>
    </dgm:pt>
    <dgm:pt modelId="{DE1CFB77-ABEE-4FC7-9FA4-395E83408476}" type="sibTrans" cxnId="{AE194951-99DC-4CC4-AB62-A912A7BD340F}">
      <dgm:prSet/>
      <dgm:spPr/>
      <dgm:t>
        <a:bodyPr/>
        <a:lstStyle/>
        <a:p>
          <a:endParaRPr lang="en-US"/>
        </a:p>
      </dgm:t>
    </dgm:pt>
    <dgm:pt modelId="{97FECB85-4CCD-430E-81B0-042F0E10F9AD}">
      <dgm:prSet/>
      <dgm:spPr/>
      <dgm:t>
        <a:bodyPr/>
        <a:lstStyle/>
        <a:p>
          <a:r>
            <a:rPr lang="en-US"/>
            <a:t>• Silver Layer – Data cleaning, validation, deduplication</a:t>
          </a:r>
        </a:p>
      </dgm:t>
    </dgm:pt>
    <dgm:pt modelId="{63426422-3824-4260-B842-9E9AF09EC31E}" type="parTrans" cxnId="{288B2073-EE8C-4F91-B2AE-C7DAD1EC0C2B}">
      <dgm:prSet/>
      <dgm:spPr/>
      <dgm:t>
        <a:bodyPr/>
        <a:lstStyle/>
        <a:p>
          <a:endParaRPr lang="en-US"/>
        </a:p>
      </dgm:t>
    </dgm:pt>
    <dgm:pt modelId="{20844AAB-5A63-46DE-A193-EEBFB5471634}" type="sibTrans" cxnId="{288B2073-EE8C-4F91-B2AE-C7DAD1EC0C2B}">
      <dgm:prSet/>
      <dgm:spPr/>
      <dgm:t>
        <a:bodyPr/>
        <a:lstStyle/>
        <a:p>
          <a:endParaRPr lang="en-US"/>
        </a:p>
      </dgm:t>
    </dgm:pt>
    <dgm:pt modelId="{F795084F-E195-426D-82BA-5056A9A5AD7F}">
      <dgm:prSet/>
      <dgm:spPr/>
      <dgm:t>
        <a:bodyPr/>
        <a:lstStyle/>
        <a:p>
          <a:r>
            <a:rPr lang="en-US"/>
            <a:t>• Gold Layer – Dimensional modeling (Star Schema)</a:t>
          </a:r>
        </a:p>
      </dgm:t>
    </dgm:pt>
    <dgm:pt modelId="{A535A4F3-8916-4D44-B7C9-778F53658CAA}" type="parTrans" cxnId="{793A3D1A-BAC9-4225-8D6E-618ADFB77AC8}">
      <dgm:prSet/>
      <dgm:spPr/>
      <dgm:t>
        <a:bodyPr/>
        <a:lstStyle/>
        <a:p>
          <a:endParaRPr lang="en-US"/>
        </a:p>
      </dgm:t>
    </dgm:pt>
    <dgm:pt modelId="{1653CA0B-5530-4179-89EB-B60DAF4A821E}" type="sibTrans" cxnId="{793A3D1A-BAC9-4225-8D6E-618ADFB77AC8}">
      <dgm:prSet/>
      <dgm:spPr/>
      <dgm:t>
        <a:bodyPr/>
        <a:lstStyle/>
        <a:p>
          <a:endParaRPr lang="en-US"/>
        </a:p>
      </dgm:t>
    </dgm:pt>
    <dgm:pt modelId="{6A6C4077-20FD-4965-86B4-AB320A044CDE}">
      <dgm:prSet/>
      <dgm:spPr/>
      <dgm:t>
        <a:bodyPr/>
        <a:lstStyle/>
        <a:p>
          <a:r>
            <a:rPr lang="en-US"/>
            <a:t>• Optimized for analytics and BI tools</a:t>
          </a:r>
        </a:p>
      </dgm:t>
    </dgm:pt>
    <dgm:pt modelId="{3AE3ECFC-260D-408F-94C8-C8BA77089FB3}" type="parTrans" cxnId="{C79D4193-18D9-4E0A-997A-9C8853172676}">
      <dgm:prSet/>
      <dgm:spPr/>
      <dgm:t>
        <a:bodyPr/>
        <a:lstStyle/>
        <a:p>
          <a:endParaRPr lang="en-US"/>
        </a:p>
      </dgm:t>
    </dgm:pt>
    <dgm:pt modelId="{474BE655-C76F-42D4-84FD-6498895E832A}" type="sibTrans" cxnId="{C79D4193-18D9-4E0A-997A-9C8853172676}">
      <dgm:prSet/>
      <dgm:spPr/>
      <dgm:t>
        <a:bodyPr/>
        <a:lstStyle/>
        <a:p>
          <a:endParaRPr lang="en-US"/>
        </a:p>
      </dgm:t>
    </dgm:pt>
    <dgm:pt modelId="{0F1652F4-1603-4423-A9DB-D23E233602E6}" type="pres">
      <dgm:prSet presAssocID="{4F76EF3A-6E85-4102-9BDF-92FA739DC013}" presName="root" presStyleCnt="0">
        <dgm:presLayoutVars>
          <dgm:dir/>
          <dgm:resizeHandles val="exact"/>
        </dgm:presLayoutVars>
      </dgm:prSet>
      <dgm:spPr/>
    </dgm:pt>
    <dgm:pt modelId="{90B0964A-C5C3-4EFD-A92B-FBE5DAD383E5}" type="pres">
      <dgm:prSet presAssocID="{343CB562-67A2-46EE-9F92-9F61F1AB2039}" presName="compNode" presStyleCnt="0"/>
      <dgm:spPr/>
    </dgm:pt>
    <dgm:pt modelId="{2C944BAC-63FF-4C59-A641-DE36FCF75868}" type="pres">
      <dgm:prSet presAssocID="{343CB562-67A2-46EE-9F92-9F61F1AB2039}" presName="bgRect" presStyleLbl="bgShp" presStyleIdx="0" presStyleCnt="4"/>
      <dgm:spPr/>
    </dgm:pt>
    <dgm:pt modelId="{A355FD5E-C08A-4180-B4C9-708FEA47F185}" type="pres">
      <dgm:prSet presAssocID="{343CB562-67A2-46EE-9F92-9F61F1AB203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0634444D-11F5-47ED-BC9F-40B08EE9EF2A}" type="pres">
      <dgm:prSet presAssocID="{343CB562-67A2-46EE-9F92-9F61F1AB2039}" presName="spaceRect" presStyleCnt="0"/>
      <dgm:spPr/>
    </dgm:pt>
    <dgm:pt modelId="{30DB7655-710B-4501-A2FE-B554FC439F18}" type="pres">
      <dgm:prSet presAssocID="{343CB562-67A2-46EE-9F92-9F61F1AB2039}" presName="parTx" presStyleLbl="revTx" presStyleIdx="0" presStyleCnt="4">
        <dgm:presLayoutVars>
          <dgm:chMax val="0"/>
          <dgm:chPref val="0"/>
        </dgm:presLayoutVars>
      </dgm:prSet>
      <dgm:spPr/>
    </dgm:pt>
    <dgm:pt modelId="{E53C7F4C-1564-4054-93FD-922837DBF169}" type="pres">
      <dgm:prSet presAssocID="{DE1CFB77-ABEE-4FC7-9FA4-395E83408476}" presName="sibTrans" presStyleCnt="0"/>
      <dgm:spPr/>
    </dgm:pt>
    <dgm:pt modelId="{085449F6-4A50-4D2C-A717-07AB4D546F5C}" type="pres">
      <dgm:prSet presAssocID="{97FECB85-4CCD-430E-81B0-042F0E10F9AD}" presName="compNode" presStyleCnt="0"/>
      <dgm:spPr/>
    </dgm:pt>
    <dgm:pt modelId="{43CC1D67-8859-4E14-9DDE-667D4A192C89}" type="pres">
      <dgm:prSet presAssocID="{97FECB85-4CCD-430E-81B0-042F0E10F9AD}" presName="bgRect" presStyleLbl="bgShp" presStyleIdx="1" presStyleCnt="4"/>
      <dgm:spPr/>
    </dgm:pt>
    <dgm:pt modelId="{2383B188-0061-4B5A-9766-C144AD4C7CF0}" type="pres">
      <dgm:prSet presAssocID="{97FECB85-4CCD-430E-81B0-042F0E10F9A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k"/>
        </a:ext>
      </dgm:extLst>
    </dgm:pt>
    <dgm:pt modelId="{0E1AB414-4F60-43CF-AAA9-6E972C1F3680}" type="pres">
      <dgm:prSet presAssocID="{97FECB85-4CCD-430E-81B0-042F0E10F9AD}" presName="spaceRect" presStyleCnt="0"/>
      <dgm:spPr/>
    </dgm:pt>
    <dgm:pt modelId="{125EBA1E-9772-4F04-B26A-6FD7F1150065}" type="pres">
      <dgm:prSet presAssocID="{97FECB85-4CCD-430E-81B0-042F0E10F9AD}" presName="parTx" presStyleLbl="revTx" presStyleIdx="1" presStyleCnt="4">
        <dgm:presLayoutVars>
          <dgm:chMax val="0"/>
          <dgm:chPref val="0"/>
        </dgm:presLayoutVars>
      </dgm:prSet>
      <dgm:spPr/>
    </dgm:pt>
    <dgm:pt modelId="{6E5EE85D-56A7-4292-B9E5-1DC98B892036}" type="pres">
      <dgm:prSet presAssocID="{20844AAB-5A63-46DE-A193-EEBFB5471634}" presName="sibTrans" presStyleCnt="0"/>
      <dgm:spPr/>
    </dgm:pt>
    <dgm:pt modelId="{0A1D59EE-483A-4ABE-B9C4-FB380D1E01DB}" type="pres">
      <dgm:prSet presAssocID="{F795084F-E195-426D-82BA-5056A9A5AD7F}" presName="compNode" presStyleCnt="0"/>
      <dgm:spPr/>
    </dgm:pt>
    <dgm:pt modelId="{303B113F-4BEF-461D-A71C-BC5D1CE39E6C}" type="pres">
      <dgm:prSet presAssocID="{F795084F-E195-426D-82BA-5056A9A5AD7F}" presName="bgRect" presStyleLbl="bgShp" presStyleIdx="2" presStyleCnt="4"/>
      <dgm:spPr/>
    </dgm:pt>
    <dgm:pt modelId="{BFE36798-8F92-453C-8C0D-51CA66656279}" type="pres">
      <dgm:prSet presAssocID="{F795084F-E195-426D-82BA-5056A9A5AD7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old bars"/>
        </a:ext>
      </dgm:extLst>
    </dgm:pt>
    <dgm:pt modelId="{A0789900-8E51-4E91-A789-1CB7196B637F}" type="pres">
      <dgm:prSet presAssocID="{F795084F-E195-426D-82BA-5056A9A5AD7F}" presName="spaceRect" presStyleCnt="0"/>
      <dgm:spPr/>
    </dgm:pt>
    <dgm:pt modelId="{DA5FD904-EA51-4059-8415-1AED0862CA31}" type="pres">
      <dgm:prSet presAssocID="{F795084F-E195-426D-82BA-5056A9A5AD7F}" presName="parTx" presStyleLbl="revTx" presStyleIdx="2" presStyleCnt="4">
        <dgm:presLayoutVars>
          <dgm:chMax val="0"/>
          <dgm:chPref val="0"/>
        </dgm:presLayoutVars>
      </dgm:prSet>
      <dgm:spPr/>
    </dgm:pt>
    <dgm:pt modelId="{79B3216A-0437-4DC5-A471-5CA029085F59}" type="pres">
      <dgm:prSet presAssocID="{1653CA0B-5530-4179-89EB-B60DAF4A821E}" presName="sibTrans" presStyleCnt="0"/>
      <dgm:spPr/>
    </dgm:pt>
    <dgm:pt modelId="{4642AF51-AEC5-46FC-BB90-25EC001FA6BE}" type="pres">
      <dgm:prSet presAssocID="{6A6C4077-20FD-4965-86B4-AB320A044CDE}" presName="compNode" presStyleCnt="0"/>
      <dgm:spPr/>
    </dgm:pt>
    <dgm:pt modelId="{E3F0CA5E-FE2E-4FC9-9428-104261A8062C}" type="pres">
      <dgm:prSet presAssocID="{6A6C4077-20FD-4965-86B4-AB320A044CDE}" presName="bgRect" presStyleLbl="bgShp" presStyleIdx="3" presStyleCnt="4"/>
      <dgm:spPr/>
    </dgm:pt>
    <dgm:pt modelId="{02BF6068-69C9-4FC5-B242-82720F92A6C7}" type="pres">
      <dgm:prSet presAssocID="{6A6C4077-20FD-4965-86B4-AB320A044CD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9C8464C-C397-4B41-81F6-95D420C97E49}" type="pres">
      <dgm:prSet presAssocID="{6A6C4077-20FD-4965-86B4-AB320A044CDE}" presName="spaceRect" presStyleCnt="0"/>
      <dgm:spPr/>
    </dgm:pt>
    <dgm:pt modelId="{637DE4EF-1B0B-4AD0-8088-FE1BD8EA683A}" type="pres">
      <dgm:prSet presAssocID="{6A6C4077-20FD-4965-86B4-AB320A044CD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93A3D1A-BAC9-4225-8D6E-618ADFB77AC8}" srcId="{4F76EF3A-6E85-4102-9BDF-92FA739DC013}" destId="{F795084F-E195-426D-82BA-5056A9A5AD7F}" srcOrd="2" destOrd="0" parTransId="{A535A4F3-8916-4D44-B7C9-778F53658CAA}" sibTransId="{1653CA0B-5530-4179-89EB-B60DAF4A821E}"/>
    <dgm:cxn modelId="{52103D27-3F3F-499C-BE1C-4D12DE50C56B}" type="presOf" srcId="{6A6C4077-20FD-4965-86B4-AB320A044CDE}" destId="{637DE4EF-1B0B-4AD0-8088-FE1BD8EA683A}" srcOrd="0" destOrd="0" presId="urn:microsoft.com/office/officeart/2018/2/layout/IconVerticalSolidList"/>
    <dgm:cxn modelId="{9FD6D13E-3FD2-41C4-A331-1DCECD21D622}" type="presOf" srcId="{97FECB85-4CCD-430E-81B0-042F0E10F9AD}" destId="{125EBA1E-9772-4F04-B26A-6FD7F1150065}" srcOrd="0" destOrd="0" presId="urn:microsoft.com/office/officeart/2018/2/layout/IconVerticalSolidList"/>
    <dgm:cxn modelId="{01136640-EDFA-4C72-9953-B08DB00EBFED}" type="presOf" srcId="{4F76EF3A-6E85-4102-9BDF-92FA739DC013}" destId="{0F1652F4-1603-4423-A9DB-D23E233602E6}" srcOrd="0" destOrd="0" presId="urn:microsoft.com/office/officeart/2018/2/layout/IconVerticalSolidList"/>
    <dgm:cxn modelId="{AE194951-99DC-4CC4-AB62-A912A7BD340F}" srcId="{4F76EF3A-6E85-4102-9BDF-92FA739DC013}" destId="{343CB562-67A2-46EE-9F92-9F61F1AB2039}" srcOrd="0" destOrd="0" parTransId="{0538E245-8D9F-4009-BBAA-370838B22890}" sibTransId="{DE1CFB77-ABEE-4FC7-9FA4-395E83408476}"/>
    <dgm:cxn modelId="{288B2073-EE8C-4F91-B2AE-C7DAD1EC0C2B}" srcId="{4F76EF3A-6E85-4102-9BDF-92FA739DC013}" destId="{97FECB85-4CCD-430E-81B0-042F0E10F9AD}" srcOrd="1" destOrd="0" parTransId="{63426422-3824-4260-B842-9E9AF09EC31E}" sibTransId="{20844AAB-5A63-46DE-A193-EEBFB5471634}"/>
    <dgm:cxn modelId="{A46EC37A-59F1-403C-8648-E057F4928BAE}" type="presOf" srcId="{F795084F-E195-426D-82BA-5056A9A5AD7F}" destId="{DA5FD904-EA51-4059-8415-1AED0862CA31}" srcOrd="0" destOrd="0" presId="urn:microsoft.com/office/officeart/2018/2/layout/IconVerticalSolidList"/>
    <dgm:cxn modelId="{C79D4193-18D9-4E0A-997A-9C8853172676}" srcId="{4F76EF3A-6E85-4102-9BDF-92FA739DC013}" destId="{6A6C4077-20FD-4965-86B4-AB320A044CDE}" srcOrd="3" destOrd="0" parTransId="{3AE3ECFC-260D-408F-94C8-C8BA77089FB3}" sibTransId="{474BE655-C76F-42D4-84FD-6498895E832A}"/>
    <dgm:cxn modelId="{90C968CF-3A57-45D8-95D1-B30F31AFF0AB}" type="presOf" srcId="{343CB562-67A2-46EE-9F92-9F61F1AB2039}" destId="{30DB7655-710B-4501-A2FE-B554FC439F18}" srcOrd="0" destOrd="0" presId="urn:microsoft.com/office/officeart/2018/2/layout/IconVerticalSolidList"/>
    <dgm:cxn modelId="{4C28E1DF-495D-4769-A623-FE6E7F983548}" type="presParOf" srcId="{0F1652F4-1603-4423-A9DB-D23E233602E6}" destId="{90B0964A-C5C3-4EFD-A92B-FBE5DAD383E5}" srcOrd="0" destOrd="0" presId="urn:microsoft.com/office/officeart/2018/2/layout/IconVerticalSolidList"/>
    <dgm:cxn modelId="{B92F0D0A-9BDE-4D97-BCE3-A20753F93FBF}" type="presParOf" srcId="{90B0964A-C5C3-4EFD-A92B-FBE5DAD383E5}" destId="{2C944BAC-63FF-4C59-A641-DE36FCF75868}" srcOrd="0" destOrd="0" presId="urn:microsoft.com/office/officeart/2018/2/layout/IconVerticalSolidList"/>
    <dgm:cxn modelId="{38E22651-C87D-4818-AFD4-180F495009FC}" type="presParOf" srcId="{90B0964A-C5C3-4EFD-A92B-FBE5DAD383E5}" destId="{A355FD5E-C08A-4180-B4C9-708FEA47F185}" srcOrd="1" destOrd="0" presId="urn:microsoft.com/office/officeart/2018/2/layout/IconVerticalSolidList"/>
    <dgm:cxn modelId="{6DDBB2A5-1D50-4D57-AD6D-013B40DD5440}" type="presParOf" srcId="{90B0964A-C5C3-4EFD-A92B-FBE5DAD383E5}" destId="{0634444D-11F5-47ED-BC9F-40B08EE9EF2A}" srcOrd="2" destOrd="0" presId="urn:microsoft.com/office/officeart/2018/2/layout/IconVerticalSolidList"/>
    <dgm:cxn modelId="{941B74FF-FF67-45F2-AC93-D02D252B57D4}" type="presParOf" srcId="{90B0964A-C5C3-4EFD-A92B-FBE5DAD383E5}" destId="{30DB7655-710B-4501-A2FE-B554FC439F18}" srcOrd="3" destOrd="0" presId="urn:microsoft.com/office/officeart/2018/2/layout/IconVerticalSolidList"/>
    <dgm:cxn modelId="{5E25EA16-4C39-4546-BDD3-DB3B1F66F51D}" type="presParOf" srcId="{0F1652F4-1603-4423-A9DB-D23E233602E6}" destId="{E53C7F4C-1564-4054-93FD-922837DBF169}" srcOrd="1" destOrd="0" presId="urn:microsoft.com/office/officeart/2018/2/layout/IconVerticalSolidList"/>
    <dgm:cxn modelId="{2BB49695-4DE2-4A5F-AA7F-60057B498829}" type="presParOf" srcId="{0F1652F4-1603-4423-A9DB-D23E233602E6}" destId="{085449F6-4A50-4D2C-A717-07AB4D546F5C}" srcOrd="2" destOrd="0" presId="urn:microsoft.com/office/officeart/2018/2/layout/IconVerticalSolidList"/>
    <dgm:cxn modelId="{7FEFD6E5-0728-476F-A44A-3C226CE49165}" type="presParOf" srcId="{085449F6-4A50-4D2C-A717-07AB4D546F5C}" destId="{43CC1D67-8859-4E14-9DDE-667D4A192C89}" srcOrd="0" destOrd="0" presId="urn:microsoft.com/office/officeart/2018/2/layout/IconVerticalSolidList"/>
    <dgm:cxn modelId="{D88935EC-D935-40B7-9BE2-9E53716E2A45}" type="presParOf" srcId="{085449F6-4A50-4D2C-A717-07AB4D546F5C}" destId="{2383B188-0061-4B5A-9766-C144AD4C7CF0}" srcOrd="1" destOrd="0" presId="urn:microsoft.com/office/officeart/2018/2/layout/IconVerticalSolidList"/>
    <dgm:cxn modelId="{28E437BE-E510-4F52-BEA7-1BE8762E5861}" type="presParOf" srcId="{085449F6-4A50-4D2C-A717-07AB4D546F5C}" destId="{0E1AB414-4F60-43CF-AAA9-6E972C1F3680}" srcOrd="2" destOrd="0" presId="urn:microsoft.com/office/officeart/2018/2/layout/IconVerticalSolidList"/>
    <dgm:cxn modelId="{B2F6ABD5-FAFE-4ABB-B96D-AC89B3FBCEB4}" type="presParOf" srcId="{085449F6-4A50-4D2C-A717-07AB4D546F5C}" destId="{125EBA1E-9772-4F04-B26A-6FD7F1150065}" srcOrd="3" destOrd="0" presId="urn:microsoft.com/office/officeart/2018/2/layout/IconVerticalSolidList"/>
    <dgm:cxn modelId="{0F4B48FF-0492-4DA6-97AF-EE2D1B6A970C}" type="presParOf" srcId="{0F1652F4-1603-4423-A9DB-D23E233602E6}" destId="{6E5EE85D-56A7-4292-B9E5-1DC98B892036}" srcOrd="3" destOrd="0" presId="urn:microsoft.com/office/officeart/2018/2/layout/IconVerticalSolidList"/>
    <dgm:cxn modelId="{B0281E69-1BA8-4486-9762-617CDDED3FE8}" type="presParOf" srcId="{0F1652F4-1603-4423-A9DB-D23E233602E6}" destId="{0A1D59EE-483A-4ABE-B9C4-FB380D1E01DB}" srcOrd="4" destOrd="0" presId="urn:microsoft.com/office/officeart/2018/2/layout/IconVerticalSolidList"/>
    <dgm:cxn modelId="{08C0C882-BB39-4DF5-9F86-BC2E9D53BA6C}" type="presParOf" srcId="{0A1D59EE-483A-4ABE-B9C4-FB380D1E01DB}" destId="{303B113F-4BEF-461D-A71C-BC5D1CE39E6C}" srcOrd="0" destOrd="0" presId="urn:microsoft.com/office/officeart/2018/2/layout/IconVerticalSolidList"/>
    <dgm:cxn modelId="{D21DD095-63AC-4B5D-96B9-FADB9B335D26}" type="presParOf" srcId="{0A1D59EE-483A-4ABE-B9C4-FB380D1E01DB}" destId="{BFE36798-8F92-453C-8C0D-51CA66656279}" srcOrd="1" destOrd="0" presId="urn:microsoft.com/office/officeart/2018/2/layout/IconVerticalSolidList"/>
    <dgm:cxn modelId="{CF33656D-FB16-4FB9-A0BD-40EF12F670C0}" type="presParOf" srcId="{0A1D59EE-483A-4ABE-B9C4-FB380D1E01DB}" destId="{A0789900-8E51-4E91-A789-1CB7196B637F}" srcOrd="2" destOrd="0" presId="urn:microsoft.com/office/officeart/2018/2/layout/IconVerticalSolidList"/>
    <dgm:cxn modelId="{CC3D17D5-3C4A-402E-AD7F-FEC72E2D8038}" type="presParOf" srcId="{0A1D59EE-483A-4ABE-B9C4-FB380D1E01DB}" destId="{DA5FD904-EA51-4059-8415-1AED0862CA31}" srcOrd="3" destOrd="0" presId="urn:microsoft.com/office/officeart/2018/2/layout/IconVerticalSolidList"/>
    <dgm:cxn modelId="{174A9B59-9835-41E1-985C-CFC7538A6336}" type="presParOf" srcId="{0F1652F4-1603-4423-A9DB-D23E233602E6}" destId="{79B3216A-0437-4DC5-A471-5CA029085F59}" srcOrd="5" destOrd="0" presId="urn:microsoft.com/office/officeart/2018/2/layout/IconVerticalSolidList"/>
    <dgm:cxn modelId="{1ACA9BF9-747D-48D6-AB10-FF9481681810}" type="presParOf" srcId="{0F1652F4-1603-4423-A9DB-D23E233602E6}" destId="{4642AF51-AEC5-46FC-BB90-25EC001FA6BE}" srcOrd="6" destOrd="0" presId="urn:microsoft.com/office/officeart/2018/2/layout/IconVerticalSolidList"/>
    <dgm:cxn modelId="{7E7A16CA-F936-4010-BF35-FD52D3DB07D0}" type="presParOf" srcId="{4642AF51-AEC5-46FC-BB90-25EC001FA6BE}" destId="{E3F0CA5E-FE2E-4FC9-9428-104261A8062C}" srcOrd="0" destOrd="0" presId="urn:microsoft.com/office/officeart/2018/2/layout/IconVerticalSolidList"/>
    <dgm:cxn modelId="{B041877B-FF2A-4D5A-B3DD-5F81398634FE}" type="presParOf" srcId="{4642AF51-AEC5-46FC-BB90-25EC001FA6BE}" destId="{02BF6068-69C9-4FC5-B242-82720F92A6C7}" srcOrd="1" destOrd="0" presId="urn:microsoft.com/office/officeart/2018/2/layout/IconVerticalSolidList"/>
    <dgm:cxn modelId="{736FA309-3DD1-4A78-AC29-4790046C3FF4}" type="presParOf" srcId="{4642AF51-AEC5-46FC-BB90-25EC001FA6BE}" destId="{79C8464C-C397-4B41-81F6-95D420C97E49}" srcOrd="2" destOrd="0" presId="urn:microsoft.com/office/officeart/2018/2/layout/IconVerticalSolidList"/>
    <dgm:cxn modelId="{EB09B121-691F-4796-BA9A-A302EC3A1390}" type="presParOf" srcId="{4642AF51-AEC5-46FC-BB90-25EC001FA6BE}" destId="{637DE4EF-1B0B-4AD0-8088-FE1BD8EA683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461B4E-D822-4DDA-9ABA-4DBF2F458337}">
      <dsp:nvSpPr>
        <dsp:cNvPr id="0" name=""/>
        <dsp:cNvSpPr/>
      </dsp:nvSpPr>
      <dsp:spPr>
        <a:xfrm>
          <a:off x="140240" y="1507"/>
          <a:ext cx="1993458" cy="11960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Organizations receive data from multiple operational systems such as CRM and ERP.</a:t>
          </a:r>
          <a:endParaRPr lang="en-US" sz="1300" kern="1200"/>
        </a:p>
      </dsp:txBody>
      <dsp:txXfrm>
        <a:off x="140240" y="1507"/>
        <a:ext cx="1993458" cy="1196075"/>
      </dsp:txXfrm>
    </dsp:sp>
    <dsp:sp modelId="{D6BEB5A0-4938-4942-9AB9-A1821BE77D6A}">
      <dsp:nvSpPr>
        <dsp:cNvPr id="0" name=""/>
        <dsp:cNvSpPr/>
      </dsp:nvSpPr>
      <dsp:spPr>
        <a:xfrm>
          <a:off x="2333044" y="1507"/>
          <a:ext cx="1993458" cy="119607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Challenges faced:</a:t>
          </a:r>
          <a:endParaRPr lang="en-US" sz="1300" kern="1200"/>
        </a:p>
      </dsp:txBody>
      <dsp:txXfrm>
        <a:off x="2333044" y="1507"/>
        <a:ext cx="1993458" cy="1196075"/>
      </dsp:txXfrm>
    </dsp:sp>
    <dsp:sp modelId="{2074B23F-8B4D-4920-9BF2-85BFE2124FFB}">
      <dsp:nvSpPr>
        <dsp:cNvPr id="0" name=""/>
        <dsp:cNvSpPr/>
      </dsp:nvSpPr>
      <dsp:spPr>
        <a:xfrm>
          <a:off x="140240" y="1396928"/>
          <a:ext cx="1993458" cy="119607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• Data scattered across multiple CSV files</a:t>
          </a:r>
          <a:endParaRPr lang="en-US" sz="1300" kern="1200" dirty="0"/>
        </a:p>
      </dsp:txBody>
      <dsp:txXfrm>
        <a:off x="140240" y="1396928"/>
        <a:ext cx="1993458" cy="1196075"/>
      </dsp:txXfrm>
    </dsp:sp>
    <dsp:sp modelId="{E1BB9D1B-BC04-4156-A1F5-C2CC7E56AB17}">
      <dsp:nvSpPr>
        <dsp:cNvPr id="0" name=""/>
        <dsp:cNvSpPr/>
      </dsp:nvSpPr>
      <dsp:spPr>
        <a:xfrm>
          <a:off x="2333044" y="1396928"/>
          <a:ext cx="1993458" cy="119607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• Inconsistent formats and duplicate records</a:t>
          </a:r>
          <a:endParaRPr lang="en-US" sz="1300" kern="1200" dirty="0"/>
        </a:p>
      </dsp:txBody>
      <dsp:txXfrm>
        <a:off x="2333044" y="1396928"/>
        <a:ext cx="1993458" cy="1196075"/>
      </dsp:txXfrm>
    </dsp:sp>
    <dsp:sp modelId="{47847AF3-0537-4F3E-AA6C-ACE8867DD4DB}">
      <dsp:nvSpPr>
        <dsp:cNvPr id="0" name=""/>
        <dsp:cNvSpPr/>
      </dsp:nvSpPr>
      <dsp:spPr>
        <a:xfrm>
          <a:off x="140240" y="2792349"/>
          <a:ext cx="1993458" cy="1196075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• Poor data quality impacting business decisions</a:t>
          </a:r>
          <a:endParaRPr lang="en-US" sz="1300" kern="1200"/>
        </a:p>
      </dsp:txBody>
      <dsp:txXfrm>
        <a:off x="140240" y="2792349"/>
        <a:ext cx="1993458" cy="1196075"/>
      </dsp:txXfrm>
    </dsp:sp>
    <dsp:sp modelId="{8AC0923A-3C00-4429-BD0C-B5FCAFF8C022}">
      <dsp:nvSpPr>
        <dsp:cNvPr id="0" name=""/>
        <dsp:cNvSpPr/>
      </dsp:nvSpPr>
      <dsp:spPr>
        <a:xfrm>
          <a:off x="2333044" y="2792349"/>
          <a:ext cx="1993458" cy="11960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• No centralized analytics-ready data store</a:t>
          </a:r>
          <a:endParaRPr lang="en-US" sz="1300" kern="1200"/>
        </a:p>
      </dsp:txBody>
      <dsp:txXfrm>
        <a:off x="2333044" y="2792349"/>
        <a:ext cx="1993458" cy="1196075"/>
      </dsp:txXfrm>
    </dsp:sp>
    <dsp:sp modelId="{A95F606B-A9FA-49E4-8A82-9E4D7F671B47}">
      <dsp:nvSpPr>
        <dsp:cNvPr id="0" name=""/>
        <dsp:cNvSpPr/>
      </dsp:nvSpPr>
      <dsp:spPr>
        <a:xfrm>
          <a:off x="1236642" y="4187771"/>
          <a:ext cx="1993458" cy="119607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Business teams need a reliable, scalable, and structured data warehouse to perform accurate reporting and analysis.</a:t>
          </a:r>
          <a:endParaRPr lang="en-US" sz="1300" kern="1200"/>
        </a:p>
      </dsp:txBody>
      <dsp:txXfrm>
        <a:off x="1236642" y="4187771"/>
        <a:ext cx="1993458" cy="11960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B73B81-FA32-4AC4-A366-B559B96D03F6}">
      <dsp:nvSpPr>
        <dsp:cNvPr id="0" name=""/>
        <dsp:cNvSpPr/>
      </dsp:nvSpPr>
      <dsp:spPr>
        <a:xfrm>
          <a:off x="0" y="4358"/>
          <a:ext cx="4695825" cy="9282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CCCEB6-201E-49D2-8EDC-C7F210DC003F}">
      <dsp:nvSpPr>
        <dsp:cNvPr id="0" name=""/>
        <dsp:cNvSpPr/>
      </dsp:nvSpPr>
      <dsp:spPr>
        <a:xfrm>
          <a:off x="280808" y="213224"/>
          <a:ext cx="510561" cy="5105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05704D-5774-41CD-9E06-040531308C18}">
      <dsp:nvSpPr>
        <dsp:cNvPr id="0" name=""/>
        <dsp:cNvSpPr/>
      </dsp:nvSpPr>
      <dsp:spPr>
        <a:xfrm>
          <a:off x="1072178" y="4358"/>
          <a:ext cx="3623646" cy="928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244" tIns="98244" rIns="98244" bIns="9824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/>
            <a:t>• Design and implement an end-to-end SQL Data Warehouse</a:t>
          </a:r>
          <a:endParaRPr lang="en-US" sz="1800" kern="1200"/>
        </a:p>
      </dsp:txBody>
      <dsp:txXfrm>
        <a:off x="1072178" y="4358"/>
        <a:ext cx="3623646" cy="928293"/>
      </dsp:txXfrm>
    </dsp:sp>
    <dsp:sp modelId="{A8295A97-ADE9-40BB-A7DE-D5B1D0B94124}">
      <dsp:nvSpPr>
        <dsp:cNvPr id="0" name=""/>
        <dsp:cNvSpPr/>
      </dsp:nvSpPr>
      <dsp:spPr>
        <a:xfrm>
          <a:off x="0" y="1164724"/>
          <a:ext cx="4695825" cy="9282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27F01F-F76D-4453-95C5-3C3158A1E324}">
      <dsp:nvSpPr>
        <dsp:cNvPr id="0" name=""/>
        <dsp:cNvSpPr/>
      </dsp:nvSpPr>
      <dsp:spPr>
        <a:xfrm>
          <a:off x="280808" y="1373590"/>
          <a:ext cx="510561" cy="5105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3A4A31-8B05-48AB-8003-84D4AA42AAE8}">
      <dsp:nvSpPr>
        <dsp:cNvPr id="0" name=""/>
        <dsp:cNvSpPr/>
      </dsp:nvSpPr>
      <dsp:spPr>
        <a:xfrm>
          <a:off x="1072178" y="1164724"/>
          <a:ext cx="3623646" cy="928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244" tIns="98244" rIns="98244" bIns="9824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/>
            <a:t>• Consolidate raw CRM and ERP data into a single source of truth</a:t>
          </a:r>
          <a:endParaRPr lang="en-US" sz="1800" kern="1200"/>
        </a:p>
      </dsp:txBody>
      <dsp:txXfrm>
        <a:off x="1072178" y="1164724"/>
        <a:ext cx="3623646" cy="928293"/>
      </dsp:txXfrm>
    </dsp:sp>
    <dsp:sp modelId="{634193D4-46CC-4925-8121-BA186D520945}">
      <dsp:nvSpPr>
        <dsp:cNvPr id="0" name=""/>
        <dsp:cNvSpPr/>
      </dsp:nvSpPr>
      <dsp:spPr>
        <a:xfrm>
          <a:off x="0" y="2325090"/>
          <a:ext cx="4695825" cy="9282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20824B-C3AC-44C6-A949-5DEBBE307849}">
      <dsp:nvSpPr>
        <dsp:cNvPr id="0" name=""/>
        <dsp:cNvSpPr/>
      </dsp:nvSpPr>
      <dsp:spPr>
        <a:xfrm>
          <a:off x="280808" y="2533956"/>
          <a:ext cx="510561" cy="5105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489C8A-1385-40FB-9E78-B916F4E1D3D6}">
      <dsp:nvSpPr>
        <dsp:cNvPr id="0" name=""/>
        <dsp:cNvSpPr/>
      </dsp:nvSpPr>
      <dsp:spPr>
        <a:xfrm>
          <a:off x="1072178" y="2325090"/>
          <a:ext cx="3623646" cy="928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244" tIns="98244" rIns="98244" bIns="9824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/>
            <a:t>• Apply data cleansing and standardization rules</a:t>
          </a:r>
          <a:endParaRPr lang="en-US" sz="1800" kern="1200"/>
        </a:p>
      </dsp:txBody>
      <dsp:txXfrm>
        <a:off x="1072178" y="2325090"/>
        <a:ext cx="3623646" cy="928293"/>
      </dsp:txXfrm>
    </dsp:sp>
    <dsp:sp modelId="{AF2CF49A-1378-4D6C-8BE5-453BE58601AF}">
      <dsp:nvSpPr>
        <dsp:cNvPr id="0" name=""/>
        <dsp:cNvSpPr/>
      </dsp:nvSpPr>
      <dsp:spPr>
        <a:xfrm>
          <a:off x="0" y="3485457"/>
          <a:ext cx="4695825" cy="9282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8C7A21-AB31-4509-955F-C78B55458CB6}">
      <dsp:nvSpPr>
        <dsp:cNvPr id="0" name=""/>
        <dsp:cNvSpPr/>
      </dsp:nvSpPr>
      <dsp:spPr>
        <a:xfrm>
          <a:off x="280808" y="3694323"/>
          <a:ext cx="510561" cy="51056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EFB4A2-903C-4E3B-A056-2E8190C48468}">
      <dsp:nvSpPr>
        <dsp:cNvPr id="0" name=""/>
        <dsp:cNvSpPr/>
      </dsp:nvSpPr>
      <dsp:spPr>
        <a:xfrm>
          <a:off x="1072178" y="3485457"/>
          <a:ext cx="3623646" cy="928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244" tIns="98244" rIns="98244" bIns="9824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/>
            <a:t>• Build analytics-ready fact and dimension tables</a:t>
          </a:r>
          <a:endParaRPr lang="en-US" sz="1800" kern="1200"/>
        </a:p>
      </dsp:txBody>
      <dsp:txXfrm>
        <a:off x="1072178" y="3485457"/>
        <a:ext cx="3623646" cy="928293"/>
      </dsp:txXfrm>
    </dsp:sp>
    <dsp:sp modelId="{2A8F8C9F-9999-49D8-A9D8-5CB9ED1DD9EA}">
      <dsp:nvSpPr>
        <dsp:cNvPr id="0" name=""/>
        <dsp:cNvSpPr/>
      </dsp:nvSpPr>
      <dsp:spPr>
        <a:xfrm>
          <a:off x="0" y="4645823"/>
          <a:ext cx="4695825" cy="9282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C3F0CE-5228-4E46-AB4C-AC3103E88487}">
      <dsp:nvSpPr>
        <dsp:cNvPr id="0" name=""/>
        <dsp:cNvSpPr/>
      </dsp:nvSpPr>
      <dsp:spPr>
        <a:xfrm>
          <a:off x="280808" y="4854689"/>
          <a:ext cx="510561" cy="51056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5D8BE8-0C5F-4D90-8DF3-0C81A75BF3B0}">
      <dsp:nvSpPr>
        <dsp:cNvPr id="0" name=""/>
        <dsp:cNvSpPr/>
      </dsp:nvSpPr>
      <dsp:spPr>
        <a:xfrm>
          <a:off x="1072178" y="4645823"/>
          <a:ext cx="3623646" cy="928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244" tIns="98244" rIns="98244" bIns="9824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/>
            <a:t>• Enable fast and reliable business reporting</a:t>
          </a:r>
          <a:endParaRPr lang="en-US" sz="1800" kern="1200"/>
        </a:p>
      </dsp:txBody>
      <dsp:txXfrm>
        <a:off x="1072178" y="4645823"/>
        <a:ext cx="3623646" cy="9282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31CFB2-99F7-4336-BAB7-424852E157C1}">
      <dsp:nvSpPr>
        <dsp:cNvPr id="0" name=""/>
        <dsp:cNvSpPr/>
      </dsp:nvSpPr>
      <dsp:spPr>
        <a:xfrm>
          <a:off x="0" y="4358"/>
          <a:ext cx="4695825" cy="92829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387242-0C3C-4B64-A028-8E63155E8BFE}">
      <dsp:nvSpPr>
        <dsp:cNvPr id="0" name=""/>
        <dsp:cNvSpPr/>
      </dsp:nvSpPr>
      <dsp:spPr>
        <a:xfrm>
          <a:off x="280808" y="213224"/>
          <a:ext cx="510561" cy="5105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012996-8075-4E8E-98FD-0353CB9AA925}">
      <dsp:nvSpPr>
        <dsp:cNvPr id="0" name=""/>
        <dsp:cNvSpPr/>
      </dsp:nvSpPr>
      <dsp:spPr>
        <a:xfrm>
          <a:off x="1072178" y="4358"/>
          <a:ext cx="3623646" cy="928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244" tIns="98244" rIns="98244" bIns="9824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 solution implements a Medallion Architecture using SQL:</a:t>
          </a:r>
        </a:p>
      </dsp:txBody>
      <dsp:txXfrm>
        <a:off x="1072178" y="4358"/>
        <a:ext cx="3623646" cy="928293"/>
      </dsp:txXfrm>
    </dsp:sp>
    <dsp:sp modelId="{96F705C6-CBDC-4CDF-B371-EB0A725AD35B}">
      <dsp:nvSpPr>
        <dsp:cNvPr id="0" name=""/>
        <dsp:cNvSpPr/>
      </dsp:nvSpPr>
      <dsp:spPr>
        <a:xfrm>
          <a:off x="0" y="1164724"/>
          <a:ext cx="4695825" cy="92829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E53A8A-F4B5-403C-ACA1-DB5418727F12}">
      <dsp:nvSpPr>
        <dsp:cNvPr id="0" name=""/>
        <dsp:cNvSpPr/>
      </dsp:nvSpPr>
      <dsp:spPr>
        <a:xfrm>
          <a:off x="280808" y="1373590"/>
          <a:ext cx="510561" cy="5105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F580B1-CB81-4200-BF88-A9D6BD2CD871}">
      <dsp:nvSpPr>
        <dsp:cNvPr id="0" name=""/>
        <dsp:cNvSpPr/>
      </dsp:nvSpPr>
      <dsp:spPr>
        <a:xfrm>
          <a:off x="1072178" y="1164724"/>
          <a:ext cx="3623646" cy="928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244" tIns="98244" rIns="98244" bIns="9824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Bronze Layer – Stores raw data as received</a:t>
          </a:r>
        </a:p>
      </dsp:txBody>
      <dsp:txXfrm>
        <a:off x="1072178" y="1164724"/>
        <a:ext cx="3623646" cy="928293"/>
      </dsp:txXfrm>
    </dsp:sp>
    <dsp:sp modelId="{256A7247-7661-4095-9537-A804C244C602}">
      <dsp:nvSpPr>
        <dsp:cNvPr id="0" name=""/>
        <dsp:cNvSpPr/>
      </dsp:nvSpPr>
      <dsp:spPr>
        <a:xfrm>
          <a:off x="0" y="2325090"/>
          <a:ext cx="4695825" cy="92829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BC18EA-FC50-4B57-814E-80A916DDD2A3}">
      <dsp:nvSpPr>
        <dsp:cNvPr id="0" name=""/>
        <dsp:cNvSpPr/>
      </dsp:nvSpPr>
      <dsp:spPr>
        <a:xfrm>
          <a:off x="280808" y="2533956"/>
          <a:ext cx="510561" cy="5105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FA0B6A-EF05-47F8-9DE5-B8A9E3348551}">
      <dsp:nvSpPr>
        <dsp:cNvPr id="0" name=""/>
        <dsp:cNvSpPr/>
      </dsp:nvSpPr>
      <dsp:spPr>
        <a:xfrm>
          <a:off x="1072178" y="2325090"/>
          <a:ext cx="3623646" cy="928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244" tIns="98244" rIns="98244" bIns="9824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Silver Layer – Applies data quality checks and transformations</a:t>
          </a:r>
        </a:p>
      </dsp:txBody>
      <dsp:txXfrm>
        <a:off x="1072178" y="2325090"/>
        <a:ext cx="3623646" cy="928293"/>
      </dsp:txXfrm>
    </dsp:sp>
    <dsp:sp modelId="{91A4EFC2-1DE1-4707-AEBD-4871B344F3BA}">
      <dsp:nvSpPr>
        <dsp:cNvPr id="0" name=""/>
        <dsp:cNvSpPr/>
      </dsp:nvSpPr>
      <dsp:spPr>
        <a:xfrm>
          <a:off x="0" y="3485457"/>
          <a:ext cx="4695825" cy="92829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8A3E83-094F-4E10-BD27-B9F5F99F97EF}">
      <dsp:nvSpPr>
        <dsp:cNvPr id="0" name=""/>
        <dsp:cNvSpPr/>
      </dsp:nvSpPr>
      <dsp:spPr>
        <a:xfrm>
          <a:off x="280808" y="3694323"/>
          <a:ext cx="510561" cy="51056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DCBCDC-754B-43CD-8B86-D683F90B2F22}">
      <dsp:nvSpPr>
        <dsp:cNvPr id="0" name=""/>
        <dsp:cNvSpPr/>
      </dsp:nvSpPr>
      <dsp:spPr>
        <a:xfrm>
          <a:off x="1072178" y="3485457"/>
          <a:ext cx="3623646" cy="928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244" tIns="98244" rIns="98244" bIns="9824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Gold Layer – Provides business-friendly analytical models</a:t>
          </a:r>
        </a:p>
      </dsp:txBody>
      <dsp:txXfrm>
        <a:off x="1072178" y="3485457"/>
        <a:ext cx="3623646" cy="928293"/>
      </dsp:txXfrm>
    </dsp:sp>
    <dsp:sp modelId="{90A6B0AE-4940-464E-BC78-65E78F645E2E}">
      <dsp:nvSpPr>
        <dsp:cNvPr id="0" name=""/>
        <dsp:cNvSpPr/>
      </dsp:nvSpPr>
      <dsp:spPr>
        <a:xfrm>
          <a:off x="0" y="4645823"/>
          <a:ext cx="4695825" cy="92829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2A1952-5284-483E-A885-A247A7E60679}">
      <dsp:nvSpPr>
        <dsp:cNvPr id="0" name=""/>
        <dsp:cNvSpPr/>
      </dsp:nvSpPr>
      <dsp:spPr>
        <a:xfrm>
          <a:off x="280808" y="4854689"/>
          <a:ext cx="510561" cy="51056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8A578F-1B8D-4D06-8BBF-CD8069E666BE}">
      <dsp:nvSpPr>
        <dsp:cNvPr id="0" name=""/>
        <dsp:cNvSpPr/>
      </dsp:nvSpPr>
      <dsp:spPr>
        <a:xfrm>
          <a:off x="1072178" y="4645823"/>
          <a:ext cx="3623646" cy="928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244" tIns="98244" rIns="98244" bIns="9824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This layered approach ensures scalability, maintainability, and data reliability.</a:t>
          </a:r>
        </a:p>
      </dsp:txBody>
      <dsp:txXfrm>
        <a:off x="1072178" y="4645823"/>
        <a:ext cx="3623646" cy="9282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944BAC-63FF-4C59-A641-DE36FCF75868}">
      <dsp:nvSpPr>
        <dsp:cNvPr id="0" name=""/>
        <dsp:cNvSpPr/>
      </dsp:nvSpPr>
      <dsp:spPr>
        <a:xfrm>
          <a:off x="0" y="2315"/>
          <a:ext cx="4695825" cy="11734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55FD5E-C08A-4180-B4C9-708FEA47F185}">
      <dsp:nvSpPr>
        <dsp:cNvPr id="0" name=""/>
        <dsp:cNvSpPr/>
      </dsp:nvSpPr>
      <dsp:spPr>
        <a:xfrm>
          <a:off x="354965" y="266339"/>
          <a:ext cx="645392" cy="6453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DB7655-710B-4501-A2FE-B554FC439F18}">
      <dsp:nvSpPr>
        <dsp:cNvPr id="0" name=""/>
        <dsp:cNvSpPr/>
      </dsp:nvSpPr>
      <dsp:spPr>
        <a:xfrm>
          <a:off x="1355324" y="2315"/>
          <a:ext cx="3340500" cy="1173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189" tIns="124189" rIns="124189" bIns="12418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Bronze Layer – Raw ingestion from source files</a:t>
          </a:r>
        </a:p>
      </dsp:txBody>
      <dsp:txXfrm>
        <a:off x="1355324" y="2315"/>
        <a:ext cx="3340500" cy="1173440"/>
      </dsp:txXfrm>
    </dsp:sp>
    <dsp:sp modelId="{43CC1D67-8859-4E14-9DDE-667D4A192C89}">
      <dsp:nvSpPr>
        <dsp:cNvPr id="0" name=""/>
        <dsp:cNvSpPr/>
      </dsp:nvSpPr>
      <dsp:spPr>
        <a:xfrm>
          <a:off x="0" y="1469116"/>
          <a:ext cx="4695825" cy="11734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83B188-0061-4B5A-9766-C144AD4C7CF0}">
      <dsp:nvSpPr>
        <dsp:cNvPr id="0" name=""/>
        <dsp:cNvSpPr/>
      </dsp:nvSpPr>
      <dsp:spPr>
        <a:xfrm>
          <a:off x="354965" y="1733140"/>
          <a:ext cx="645392" cy="6453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5EBA1E-9772-4F04-B26A-6FD7F1150065}">
      <dsp:nvSpPr>
        <dsp:cNvPr id="0" name=""/>
        <dsp:cNvSpPr/>
      </dsp:nvSpPr>
      <dsp:spPr>
        <a:xfrm>
          <a:off x="1355324" y="1469116"/>
          <a:ext cx="3340500" cy="1173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189" tIns="124189" rIns="124189" bIns="12418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Silver Layer – Data cleaning, validation, deduplication</a:t>
          </a:r>
        </a:p>
      </dsp:txBody>
      <dsp:txXfrm>
        <a:off x="1355324" y="1469116"/>
        <a:ext cx="3340500" cy="1173440"/>
      </dsp:txXfrm>
    </dsp:sp>
    <dsp:sp modelId="{303B113F-4BEF-461D-A71C-BC5D1CE39E6C}">
      <dsp:nvSpPr>
        <dsp:cNvPr id="0" name=""/>
        <dsp:cNvSpPr/>
      </dsp:nvSpPr>
      <dsp:spPr>
        <a:xfrm>
          <a:off x="0" y="2935917"/>
          <a:ext cx="4695825" cy="11734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E36798-8F92-453C-8C0D-51CA66656279}">
      <dsp:nvSpPr>
        <dsp:cNvPr id="0" name=""/>
        <dsp:cNvSpPr/>
      </dsp:nvSpPr>
      <dsp:spPr>
        <a:xfrm>
          <a:off x="354965" y="3199941"/>
          <a:ext cx="645392" cy="6453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5FD904-EA51-4059-8415-1AED0862CA31}">
      <dsp:nvSpPr>
        <dsp:cNvPr id="0" name=""/>
        <dsp:cNvSpPr/>
      </dsp:nvSpPr>
      <dsp:spPr>
        <a:xfrm>
          <a:off x="1355324" y="2935917"/>
          <a:ext cx="3340500" cy="1173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189" tIns="124189" rIns="124189" bIns="12418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Gold Layer – Dimensional modeling (Star Schema)</a:t>
          </a:r>
        </a:p>
      </dsp:txBody>
      <dsp:txXfrm>
        <a:off x="1355324" y="2935917"/>
        <a:ext cx="3340500" cy="1173440"/>
      </dsp:txXfrm>
    </dsp:sp>
    <dsp:sp modelId="{E3F0CA5E-FE2E-4FC9-9428-104261A8062C}">
      <dsp:nvSpPr>
        <dsp:cNvPr id="0" name=""/>
        <dsp:cNvSpPr/>
      </dsp:nvSpPr>
      <dsp:spPr>
        <a:xfrm>
          <a:off x="0" y="4402718"/>
          <a:ext cx="4695825" cy="11734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BF6068-69C9-4FC5-B242-82720F92A6C7}">
      <dsp:nvSpPr>
        <dsp:cNvPr id="0" name=""/>
        <dsp:cNvSpPr/>
      </dsp:nvSpPr>
      <dsp:spPr>
        <a:xfrm>
          <a:off x="354965" y="4666742"/>
          <a:ext cx="645392" cy="6453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7DE4EF-1B0B-4AD0-8088-FE1BD8EA683A}">
      <dsp:nvSpPr>
        <dsp:cNvPr id="0" name=""/>
        <dsp:cNvSpPr/>
      </dsp:nvSpPr>
      <dsp:spPr>
        <a:xfrm>
          <a:off x="1355324" y="4402718"/>
          <a:ext cx="3340500" cy="1173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189" tIns="124189" rIns="124189" bIns="12418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Optimized for analytics and BI tools</a:t>
          </a:r>
        </a:p>
      </dsp:txBody>
      <dsp:txXfrm>
        <a:off x="1355324" y="4402718"/>
        <a:ext cx="3340500" cy="11734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746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55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125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30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236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52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087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859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28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37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457473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2742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065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7988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214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 bwMode="ltGray"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880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4471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25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heshadithya/Sql---datawarehouse-projec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SQL Data Warehouse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End-to-End Data Warehousing using SQL</a:t>
            </a:r>
          </a:p>
          <a:p>
            <a:r>
              <a:t>Medallion Architecture (Bronze–Silver–Gold)</a:t>
            </a:r>
          </a:p>
          <a:p>
            <a:endParaRPr/>
          </a:p>
          <a:p>
            <a:r>
              <a:t>Author: Mahesh Adithya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2063262"/>
            <a:ext cx="2804460" cy="2661052"/>
          </a:xfrm>
        </p:spPr>
        <p:txBody>
          <a:bodyPr>
            <a:normAutofit/>
          </a:bodyPr>
          <a:lstStyle/>
          <a:p>
            <a:pPr algn="r"/>
            <a:r>
              <a:rPr lang="en-GB" sz="3800"/>
              <a:t>Business Problem Statement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861D6AC-CC2A-BC00-B747-D8F1AAFC99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8668449"/>
              </p:ext>
            </p:extLst>
          </p:nvPr>
        </p:nvGraphicFramePr>
        <p:xfrm>
          <a:off x="4078131" y="777860"/>
          <a:ext cx="4466744" cy="5385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2063262"/>
            <a:ext cx="2804460" cy="2661052"/>
          </a:xfrm>
        </p:spPr>
        <p:txBody>
          <a:bodyPr>
            <a:normAutofit/>
          </a:bodyPr>
          <a:lstStyle/>
          <a:p>
            <a:pPr algn="r"/>
            <a:r>
              <a:rPr lang="en-GB" sz="3800"/>
              <a:t>Project Objective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E6AD37-AE83-0741-5A9C-B4E183201B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6782204"/>
              </p:ext>
            </p:extLst>
          </p:nvPr>
        </p:nvGraphicFramePr>
        <p:xfrm>
          <a:off x="3963591" y="639763"/>
          <a:ext cx="4695825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2063262"/>
            <a:ext cx="2804460" cy="2661052"/>
          </a:xfrm>
        </p:spPr>
        <p:txBody>
          <a:bodyPr>
            <a:normAutofit/>
          </a:bodyPr>
          <a:lstStyle/>
          <a:p>
            <a:pPr algn="r"/>
            <a:r>
              <a:rPr lang="en-GB" sz="3800"/>
              <a:t>Solution Overview</a:t>
            </a: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7B4884E7-3BB7-5ADF-9B70-EFC52EAF91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385975"/>
              </p:ext>
            </p:extLst>
          </p:nvPr>
        </p:nvGraphicFramePr>
        <p:xfrm>
          <a:off x="3963591" y="639763"/>
          <a:ext cx="4695825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72FA20E-3EEC-4201-BE1D-0563AE403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D7C419-9BA1-4696-B356-43EFEF1830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AD29F78-0630-44F9-A0BE-D82D22910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3395" y="0"/>
            <a:ext cx="56647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3E2E76B-5713-416F-9E1F-82EBA41B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06045"/>
            <a:ext cx="3723894" cy="1446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708AD19-3EA5-4EC5-BF8C-37B0A4B19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38764"/>
            <a:ext cx="3723424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2063262"/>
            <a:ext cx="2804460" cy="2661052"/>
          </a:xfrm>
        </p:spPr>
        <p:txBody>
          <a:bodyPr>
            <a:normAutofit/>
          </a:bodyPr>
          <a:lstStyle/>
          <a:p>
            <a:pPr algn="r"/>
            <a:r>
              <a:rPr lang="en-GB" sz="3500"/>
              <a:t>Architecture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3BA85E-90EA-6356-1985-D2A8666AE6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8550410"/>
              </p:ext>
            </p:extLst>
          </p:nvPr>
        </p:nvGraphicFramePr>
        <p:xfrm>
          <a:off x="3963591" y="639763"/>
          <a:ext cx="4695825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• CRM Data:</a:t>
            </a:r>
          </a:p>
          <a:p>
            <a:pPr marL="0" indent="0">
              <a:buNone/>
            </a:pPr>
            <a:r>
              <a:rPr dirty="0"/>
              <a:t>  – Customers</a:t>
            </a:r>
          </a:p>
          <a:p>
            <a:pPr marL="0" indent="0">
              <a:buNone/>
            </a:pPr>
            <a:r>
              <a:rPr dirty="0"/>
              <a:t>  – Products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ERP Data:</a:t>
            </a:r>
          </a:p>
          <a:p>
            <a:pPr marL="0" indent="0">
              <a:buNone/>
            </a:pPr>
            <a:r>
              <a:rPr dirty="0"/>
              <a:t>  – Sales Transactions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Source Format: CSV files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Bronze Layer – Raw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Stores data exactly as received from source systems</a:t>
            </a:r>
          </a:p>
          <a:p>
            <a:pPr marL="0" indent="0">
              <a:buNone/>
            </a:pPr>
            <a:r>
              <a:rPr dirty="0"/>
              <a:t>• No transformations applied</a:t>
            </a:r>
          </a:p>
          <a:p>
            <a:pPr marL="0" indent="0">
              <a:buNone/>
            </a:pPr>
            <a:r>
              <a:rPr dirty="0"/>
              <a:t>• Ensures data traceability and auditability</a:t>
            </a:r>
          </a:p>
          <a:p>
            <a:pPr marL="0" indent="0">
              <a:buNone/>
            </a:pPr>
            <a:r>
              <a:rPr dirty="0"/>
              <a:t>• Acts as a historical record of source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Silver Layer – Data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Remove duplicate records using SQL window functions</a:t>
            </a:r>
          </a:p>
          <a:p>
            <a:pPr marL="0" indent="0">
              <a:buNone/>
            </a:pPr>
            <a:r>
              <a:rPr dirty="0"/>
              <a:t>• Standardize date formats and text fields</a:t>
            </a:r>
          </a:p>
          <a:p>
            <a:pPr marL="0" indent="0">
              <a:buNone/>
            </a:pPr>
            <a:r>
              <a:rPr dirty="0"/>
              <a:t>• Validate and correct invalid values</a:t>
            </a:r>
          </a:p>
          <a:p>
            <a:pPr marL="0" indent="0">
              <a:buNone/>
            </a:pPr>
            <a:r>
              <a:rPr dirty="0"/>
              <a:t>• Handle missing and inconsistent data</a:t>
            </a:r>
          </a:p>
          <a:p>
            <a:pPr marL="0" indent="0">
              <a:buNone/>
            </a:pPr>
            <a:r>
              <a:rPr dirty="0"/>
              <a:t>• Improve overall data quality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Gold Layer – Analytics Ready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Implements Star Schema design</a:t>
            </a:r>
          </a:p>
          <a:p>
            <a:pPr marL="0" indent="0">
              <a:buNone/>
            </a:pPr>
            <a:r>
              <a:rPr dirty="0"/>
              <a:t>• Fact table stores measurable business events</a:t>
            </a:r>
          </a:p>
          <a:p>
            <a:pPr marL="0" indent="0">
              <a:buNone/>
            </a:pPr>
            <a:r>
              <a:rPr dirty="0"/>
              <a:t>• Dimension tables store descriptive attributes</a:t>
            </a:r>
          </a:p>
          <a:p>
            <a:pPr marL="0" indent="0">
              <a:buNone/>
            </a:pPr>
            <a:r>
              <a:rPr dirty="0"/>
              <a:t>• Designed for fast querying and reporting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diagram&#10;&#10;AI-generated content may be incorrect.">
            <a:extLst>
              <a:ext uri="{FF2B5EF4-FFF2-40B4-BE49-F238E27FC236}">
                <a16:creationId xmlns:a16="http://schemas.microsoft.com/office/drawing/2014/main" id="{0D515D0A-E856-9FFB-C93B-EABFA1BA1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470" y="1611451"/>
            <a:ext cx="6488707" cy="360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382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Fact_Sales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  – Transaction-level sales data</a:t>
            </a:r>
          </a:p>
          <a:p>
            <a:pPr marL="0" indent="0">
              <a:buNone/>
            </a:pPr>
            <a:r>
              <a:rPr dirty="0"/>
              <a:t>  – Revenue, quantity, dates, keys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Dim_Customers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  – Customer demographics and attributes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Dim_Products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  – Product hierarchy and categories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Sales performance analysis by time, product, and customer</a:t>
            </a:r>
          </a:p>
          <a:p>
            <a:pPr marL="0" indent="0">
              <a:buNone/>
            </a:pPr>
            <a:r>
              <a:rPr dirty="0"/>
              <a:t>• Identify top-performing products and categories</a:t>
            </a:r>
          </a:p>
          <a:p>
            <a:pPr marL="0" indent="0">
              <a:buNone/>
            </a:pPr>
            <a:r>
              <a:rPr dirty="0"/>
              <a:t>• Customer segmentation and behavior analysis</a:t>
            </a:r>
          </a:p>
          <a:p>
            <a:pPr marL="0" indent="0">
              <a:buNone/>
            </a:pPr>
            <a:r>
              <a:rPr dirty="0"/>
              <a:t>• Revenue trend and growth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Skills Demonstrated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SQL &amp; Data Warehousing concepts</a:t>
            </a:r>
          </a:p>
          <a:p>
            <a:pPr marL="0" indent="0">
              <a:buNone/>
            </a:pPr>
            <a:r>
              <a:rPr dirty="0"/>
              <a:t>• ETL / ELT pipeline development</a:t>
            </a:r>
          </a:p>
          <a:p>
            <a:pPr marL="0" indent="0">
              <a:buNone/>
            </a:pPr>
            <a:r>
              <a:rPr dirty="0"/>
              <a:t>• Data cleansing and transformation</a:t>
            </a:r>
          </a:p>
          <a:p>
            <a:pPr marL="0" indent="0">
              <a:buNone/>
            </a:pPr>
            <a:r>
              <a:rPr dirty="0"/>
              <a:t>• Dimensional modeling (Star Schema)</a:t>
            </a:r>
          </a:p>
          <a:p>
            <a:pPr marL="0" indent="0">
              <a:buNone/>
            </a:pPr>
            <a:r>
              <a:rPr dirty="0"/>
              <a:t>• Analytical SQL queries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Outcome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Centralized and reliable data warehouse</a:t>
            </a:r>
          </a:p>
          <a:p>
            <a:pPr marL="0" indent="0">
              <a:buNone/>
            </a:pPr>
            <a:r>
              <a:rPr dirty="0"/>
              <a:t>• Improved data quality and consistency</a:t>
            </a:r>
          </a:p>
          <a:p>
            <a:pPr marL="0" indent="0">
              <a:buNone/>
            </a:pPr>
            <a:r>
              <a:rPr dirty="0"/>
              <a:t>• Faster and more accurate business reporting</a:t>
            </a:r>
          </a:p>
          <a:p>
            <a:pPr marL="0" indent="0">
              <a:buNone/>
            </a:pPr>
            <a:r>
              <a:rPr dirty="0"/>
              <a:t>• Portfolio-ready real-world data engineering project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how raw operational data can be transformed into valuable business insights using SQL-based data warehousing and best-practice architecture patterns.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Questions?</a:t>
            </a:r>
          </a:p>
          <a:p>
            <a:endParaRPr dirty="0"/>
          </a:p>
          <a:p>
            <a:r>
              <a:rPr dirty="0"/>
              <a:t>GitHub Repository:</a:t>
            </a:r>
            <a:endParaRPr lang="en-GB" dirty="0"/>
          </a:p>
          <a:p>
            <a:pPr marL="0" indent="0">
              <a:buNone/>
            </a:pPr>
            <a:r>
              <a:rPr lang="en-GB" dirty="0" err="1">
                <a:hlinkClick r:id="rId2"/>
              </a:rPr>
              <a:t>maheshadithya</a:t>
            </a:r>
            <a:r>
              <a:rPr lang="en-GB" dirty="0">
                <a:hlinkClick r:id="rId2"/>
              </a:rPr>
              <a:t>/</a:t>
            </a:r>
            <a:r>
              <a:rPr lang="en-GB" dirty="0" err="1">
                <a:hlinkClick r:id="rId2"/>
              </a:rPr>
              <a:t>Sql</a:t>
            </a:r>
            <a:r>
              <a:rPr lang="en-GB" dirty="0">
                <a:hlinkClick r:id="rId2"/>
              </a:rPr>
              <a:t>---</a:t>
            </a:r>
            <a:r>
              <a:rPr lang="en-GB" dirty="0" err="1">
                <a:hlinkClick r:id="rId2"/>
              </a:rPr>
              <a:t>datawarehouse</a:t>
            </a:r>
            <a:r>
              <a:rPr lang="en-GB" dirty="0">
                <a:hlinkClick r:id="rId2"/>
              </a:rPr>
              <a:t>-project: Data base warehouse</a:t>
            </a:r>
            <a:endParaRPr dirty="0"/>
          </a:p>
          <a:p>
            <a:r>
              <a:rPr dirty="0" err="1"/>
              <a:t>Sql</a:t>
            </a:r>
            <a:r>
              <a:rPr dirty="0"/>
              <a:t>---</a:t>
            </a:r>
            <a:r>
              <a:rPr dirty="0" err="1"/>
              <a:t>datawarehouse</a:t>
            </a:r>
            <a:r>
              <a:rPr dirty="0"/>
              <a:t>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Gre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106000"/>
                <a:satMod val="220000"/>
                <a:lumMod val="140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69000"/>
                <a:hueMod val="88000"/>
                <a:satMod val="16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7D30EEFE-7128-4DE5-8A0D-8D4EF32CB0A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523</Words>
  <Application>Microsoft Office PowerPoint</Application>
  <PresentationFormat>On-screen Show (4:3)</PresentationFormat>
  <Paragraphs>89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Trebuchet MS</vt:lpstr>
      <vt:lpstr>Berlin</vt:lpstr>
      <vt:lpstr>SQL Data Warehouse Project</vt:lpstr>
      <vt:lpstr>Business Problem Statement</vt:lpstr>
      <vt:lpstr>Project Objective</vt:lpstr>
      <vt:lpstr>Solution Overview</vt:lpstr>
      <vt:lpstr>Architecture Overview</vt:lpstr>
      <vt:lpstr>Data Sources</vt:lpstr>
      <vt:lpstr>Bronze Layer – Raw Data</vt:lpstr>
      <vt:lpstr>Silver Layer – Data Transformation</vt:lpstr>
      <vt:lpstr>Gold Layer – Analytics Ready</vt:lpstr>
      <vt:lpstr>PowerPoint Presentation</vt:lpstr>
      <vt:lpstr>Data Modeling</vt:lpstr>
      <vt:lpstr>Business Use Cases</vt:lpstr>
      <vt:lpstr>Key Skills Demonstrated</vt:lpstr>
      <vt:lpstr>Project Outcome &amp; Impact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mahesh adithya</dc:creator>
  <cp:keywords/>
  <dc:description>generated using python-pptx</dc:description>
  <cp:lastModifiedBy>mahesh adithya</cp:lastModifiedBy>
  <cp:revision>2</cp:revision>
  <dcterms:created xsi:type="dcterms:W3CDTF">2013-01-27T09:14:16Z</dcterms:created>
  <dcterms:modified xsi:type="dcterms:W3CDTF">2025-12-30T06:27:21Z</dcterms:modified>
  <cp:category/>
</cp:coreProperties>
</file>